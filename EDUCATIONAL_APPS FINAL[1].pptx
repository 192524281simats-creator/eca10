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83" r:id="rId10"/>
    <p:sldId id="263" r:id="rId11"/>
    <p:sldId id="271" r:id="rId12"/>
    <p:sldId id="272" r:id="rId13"/>
    <p:sldId id="264" r:id="rId14"/>
    <p:sldId id="265" r:id="rId15"/>
    <p:sldId id="266" r:id="rId16"/>
    <p:sldId id="267" r:id="rId17"/>
    <p:sldId id="293" r:id="rId18"/>
    <p:sldId id="274" r:id="rId19"/>
    <p:sldId id="278" r:id="rId20"/>
    <p:sldId id="280" r:id="rId21"/>
    <p:sldId id="281" r:id="rId22"/>
    <p:sldId id="294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5" r:id="rId32"/>
    <p:sldId id="29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4E593-5E28-4F93-BF29-801BDC908813}" v="24" dt="2025-10-11T07:28:15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6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Sree" userId="90eb979881459ea9" providerId="LiveId" clId="{9B98721C-3D13-4823-91D6-84644FEBFC2B}"/>
    <pc:docChg chg="undo custSel modSld">
      <pc:chgData name="Sree Sree" userId="90eb979881459ea9" providerId="LiveId" clId="{9B98721C-3D13-4823-91D6-84644FEBFC2B}" dt="2025-10-11T07:28:55.794" v="158" actId="1076"/>
      <pc:docMkLst>
        <pc:docMk/>
      </pc:docMkLst>
      <pc:sldChg chg="addSp modSp mod">
        <pc:chgData name="Sree Sree" userId="90eb979881459ea9" providerId="LiveId" clId="{9B98721C-3D13-4823-91D6-84644FEBFC2B}" dt="2025-10-11T07:28:16.278" v="151" actId="1076"/>
        <pc:sldMkLst>
          <pc:docMk/>
          <pc:sldMk cId="62878449" sldId="256"/>
        </pc:sldMkLst>
        <pc:spChg chg="mod">
          <ac:chgData name="Sree Sree" userId="90eb979881459ea9" providerId="LiveId" clId="{9B98721C-3D13-4823-91D6-84644FEBFC2B}" dt="2025-10-11T07:28:16.278" v="151" actId="1076"/>
          <ac:spMkLst>
            <pc:docMk/>
            <pc:sldMk cId="62878449" sldId="256"/>
            <ac:spMk id="3" creationId="{30C1002F-9E23-A340-EEAF-50DA954ED456}"/>
          </ac:spMkLst>
        </pc:spChg>
        <pc:spChg chg="mod">
          <ac:chgData name="Sree Sree" userId="90eb979881459ea9" providerId="LiveId" clId="{9B98721C-3D13-4823-91D6-84644FEBFC2B}" dt="2025-10-11T07:25:44.032" v="130" actId="255"/>
          <ac:spMkLst>
            <pc:docMk/>
            <pc:sldMk cId="62878449" sldId="256"/>
            <ac:spMk id="5" creationId="{7AB73D9D-C9E8-0A58-5662-04233C0EB6BC}"/>
          </ac:spMkLst>
        </pc:spChg>
        <pc:spChg chg="add mod ord">
          <ac:chgData name="Sree Sree" userId="90eb979881459ea9" providerId="LiveId" clId="{9B98721C-3D13-4823-91D6-84644FEBFC2B}" dt="2025-10-11T07:26:39.191" v="133" actId="13822"/>
          <ac:spMkLst>
            <pc:docMk/>
            <pc:sldMk cId="62878449" sldId="256"/>
            <ac:spMk id="6" creationId="{6C5807F0-7E9E-AC59-AF57-11C09B063180}"/>
          </ac:spMkLst>
        </pc:spChg>
      </pc:sldChg>
      <pc:sldChg chg="addSp modSp mod">
        <pc:chgData name="Sree Sree" userId="90eb979881459ea9" providerId="LiveId" clId="{9B98721C-3D13-4823-91D6-84644FEBFC2B}" dt="2025-10-11T07:28:27.032" v="153" actId="1076"/>
        <pc:sldMkLst>
          <pc:docMk/>
          <pc:sldMk cId="2235766368" sldId="257"/>
        </pc:sldMkLst>
        <pc:picChg chg="add mod">
          <ac:chgData name="Sree Sree" userId="90eb979881459ea9" providerId="LiveId" clId="{9B98721C-3D13-4823-91D6-84644FEBFC2B}" dt="2025-10-11T07:28:11.286" v="144"/>
          <ac:picMkLst>
            <pc:docMk/>
            <pc:sldMk cId="2235766368" sldId="257"/>
            <ac:picMk id="3" creationId="{3B921698-A823-AAA7-45B8-079F1076689B}"/>
          </ac:picMkLst>
        </pc:picChg>
        <pc:picChg chg="mod">
          <ac:chgData name="Sree Sree" userId="90eb979881459ea9" providerId="LiveId" clId="{9B98721C-3D13-4823-91D6-84644FEBFC2B}" dt="2025-10-11T07:28:27.032" v="153" actId="1076"/>
          <ac:picMkLst>
            <pc:docMk/>
            <pc:sldMk cId="2235766368" sldId="257"/>
            <ac:picMk id="5" creationId="{16326446-70A5-6C7D-0021-C467D8B887D0}"/>
          </ac:picMkLst>
        </pc:picChg>
      </pc:sldChg>
      <pc:sldChg chg="addSp delSp modSp mod">
        <pc:chgData name="Sree Sree" userId="90eb979881459ea9" providerId="LiveId" clId="{9B98721C-3D13-4823-91D6-84644FEBFC2B}" dt="2025-10-11T07:28:14.996" v="149" actId="478"/>
        <pc:sldMkLst>
          <pc:docMk/>
          <pc:sldMk cId="1756225144" sldId="258"/>
        </pc:sldMkLst>
        <pc:graphicFrameChg chg="mod">
          <ac:chgData name="Sree Sree" userId="90eb979881459ea9" providerId="LiveId" clId="{9B98721C-3D13-4823-91D6-84644FEBFC2B}" dt="2025-10-11T07:28:13.913" v="146" actId="1076"/>
          <ac:graphicFrameMkLst>
            <pc:docMk/>
            <pc:sldMk cId="1756225144" sldId="258"/>
            <ac:graphicFrameMk id="7" creationId="{E80B1C4C-00C6-31AB-8C48-815335B58576}"/>
          </ac:graphicFrameMkLst>
        </pc:graphicFrameChg>
        <pc:picChg chg="add mod">
          <ac:chgData name="Sree Sree" userId="90eb979881459ea9" providerId="LiveId" clId="{9B98721C-3D13-4823-91D6-84644FEBFC2B}" dt="2025-10-11T07:28:14.682" v="148" actId="14100"/>
          <ac:picMkLst>
            <pc:docMk/>
            <pc:sldMk cId="1756225144" sldId="258"/>
            <ac:picMk id="3" creationId="{BF0CFA1F-8338-2090-5471-42935D37C1F2}"/>
          </ac:picMkLst>
        </pc:picChg>
        <pc:picChg chg="add del">
          <ac:chgData name="Sree Sree" userId="90eb979881459ea9" providerId="LiveId" clId="{9B98721C-3D13-4823-91D6-84644FEBFC2B}" dt="2025-10-11T07:28:14.996" v="149" actId="478"/>
          <ac:picMkLst>
            <pc:docMk/>
            <pc:sldMk cId="1756225144" sldId="258"/>
            <ac:picMk id="5" creationId="{DFBC260B-522A-75F2-F368-1E102921FCB8}"/>
          </ac:picMkLst>
        </pc:picChg>
      </pc:sldChg>
      <pc:sldChg chg="modSp mod">
        <pc:chgData name="Sree Sree" userId="90eb979881459ea9" providerId="LiveId" clId="{9B98721C-3D13-4823-91D6-84644FEBFC2B}" dt="2025-10-11T07:28:55.794" v="158" actId="1076"/>
        <pc:sldMkLst>
          <pc:docMk/>
          <pc:sldMk cId="155725839" sldId="259"/>
        </pc:sldMkLst>
        <pc:picChg chg="mod">
          <ac:chgData name="Sree Sree" userId="90eb979881459ea9" providerId="LiveId" clId="{9B98721C-3D13-4823-91D6-84644FEBFC2B}" dt="2025-10-11T07:28:55.794" v="158" actId="1076"/>
          <ac:picMkLst>
            <pc:docMk/>
            <pc:sldMk cId="155725839" sldId="259"/>
            <ac:picMk id="4" creationId="{75ED223B-D297-19E9-1438-CB2DC7468A33}"/>
          </ac:picMkLst>
        </pc:picChg>
      </pc:sldChg>
      <pc:sldChg chg="addSp modSp mod">
        <pc:chgData name="Sree Sree" userId="90eb979881459ea9" providerId="LiveId" clId="{9B98721C-3D13-4823-91D6-84644FEBFC2B}" dt="2025-10-11T07:17:56.869" v="19"/>
        <pc:sldMkLst>
          <pc:docMk/>
          <pc:sldMk cId="600733612" sldId="263"/>
        </pc:sldMkLst>
        <pc:picChg chg="mod">
          <ac:chgData name="Sree Sree" userId="90eb979881459ea9" providerId="LiveId" clId="{9B98721C-3D13-4823-91D6-84644FEBFC2B}" dt="2025-10-11T07:16:38.688" v="3" actId="1076"/>
          <ac:picMkLst>
            <pc:docMk/>
            <pc:sldMk cId="600733612" sldId="263"/>
            <ac:picMk id="5" creationId="{78A58FA9-6320-4178-F813-CC6BE3B8EB86}"/>
          </ac:picMkLst>
        </pc:picChg>
        <pc:picChg chg="mod ord">
          <ac:chgData name="Sree Sree" userId="90eb979881459ea9" providerId="LiveId" clId="{9B98721C-3D13-4823-91D6-84644FEBFC2B}" dt="2025-10-11T07:16:29.803" v="2" actId="171"/>
          <ac:picMkLst>
            <pc:docMk/>
            <pc:sldMk cId="600733612" sldId="263"/>
            <ac:picMk id="6" creationId="{1AA7CDF0-731E-3214-E795-87BFB45F1CF8}"/>
          </ac:picMkLst>
        </pc:picChg>
        <pc:picChg chg="add mod">
          <ac:chgData name="Sree Sree" userId="90eb979881459ea9" providerId="LiveId" clId="{9B98721C-3D13-4823-91D6-84644FEBFC2B}" dt="2025-10-11T07:17:56.869" v="19"/>
          <ac:picMkLst>
            <pc:docMk/>
            <pc:sldMk cId="600733612" sldId="263"/>
            <ac:picMk id="7" creationId="{0FDFD122-0835-969B-B969-F1E15CCCC34D}"/>
          </ac:picMkLst>
        </pc:picChg>
      </pc:sldChg>
      <pc:sldChg chg="modSp mod">
        <pc:chgData name="Sree Sree" userId="90eb979881459ea9" providerId="LiveId" clId="{9B98721C-3D13-4823-91D6-84644FEBFC2B}" dt="2025-10-11T07:21:52.535" v="59" actId="732"/>
        <pc:sldMkLst>
          <pc:docMk/>
          <pc:sldMk cId="2334189194" sldId="270"/>
        </pc:sldMkLst>
        <pc:picChg chg="mod modCrop">
          <ac:chgData name="Sree Sree" userId="90eb979881459ea9" providerId="LiveId" clId="{9B98721C-3D13-4823-91D6-84644FEBFC2B}" dt="2025-10-11T07:21:52.535" v="59" actId="732"/>
          <ac:picMkLst>
            <pc:docMk/>
            <pc:sldMk cId="2334189194" sldId="270"/>
            <ac:picMk id="6" creationId="{6423EEBC-1475-D60C-DF08-7169E515C471}"/>
          </ac:picMkLst>
        </pc:picChg>
      </pc:sldChg>
      <pc:sldChg chg="addSp modSp">
        <pc:chgData name="Sree Sree" userId="90eb979881459ea9" providerId="LiveId" clId="{9B98721C-3D13-4823-91D6-84644FEBFC2B}" dt="2025-10-11T07:18:04.605" v="20"/>
        <pc:sldMkLst>
          <pc:docMk/>
          <pc:sldMk cId="2590982644" sldId="271"/>
        </pc:sldMkLst>
        <pc:picChg chg="add mod">
          <ac:chgData name="Sree Sree" userId="90eb979881459ea9" providerId="LiveId" clId="{9B98721C-3D13-4823-91D6-84644FEBFC2B}" dt="2025-10-11T07:16:45.308" v="4"/>
          <ac:picMkLst>
            <pc:docMk/>
            <pc:sldMk cId="2590982644" sldId="271"/>
            <ac:picMk id="5" creationId="{1C651733-1534-E35A-6040-97B3E4F9DEF9}"/>
          </ac:picMkLst>
        </pc:picChg>
        <pc:picChg chg="add mod">
          <ac:chgData name="Sree Sree" userId="90eb979881459ea9" providerId="LiveId" clId="{9B98721C-3D13-4823-91D6-84644FEBFC2B}" dt="2025-10-11T07:18:04.605" v="20"/>
          <ac:picMkLst>
            <pc:docMk/>
            <pc:sldMk cId="2590982644" sldId="271"/>
            <ac:picMk id="6" creationId="{0DE11F23-8F80-498F-D092-7191C12DBEBE}"/>
          </ac:picMkLst>
        </pc:picChg>
      </pc:sldChg>
      <pc:sldChg chg="addSp modSp mod">
        <pc:chgData name="Sree Sree" userId="90eb979881459ea9" providerId="LiveId" clId="{9B98721C-3D13-4823-91D6-84644FEBFC2B}" dt="2025-10-11T07:18:50.466" v="32" actId="1076"/>
        <pc:sldMkLst>
          <pc:docMk/>
          <pc:sldMk cId="486773204" sldId="272"/>
        </pc:sldMkLst>
        <pc:spChg chg="mod">
          <ac:chgData name="Sree Sree" userId="90eb979881459ea9" providerId="LiveId" clId="{9B98721C-3D13-4823-91D6-84644FEBFC2B}" dt="2025-10-11T07:18:50.466" v="32" actId="1076"/>
          <ac:spMkLst>
            <pc:docMk/>
            <pc:sldMk cId="486773204" sldId="272"/>
            <ac:spMk id="2" creationId="{E2AA9C8F-B22D-D807-EB72-6DA26BEA9688}"/>
          </ac:spMkLst>
        </pc:spChg>
        <pc:picChg chg="mod">
          <ac:chgData name="Sree Sree" userId="90eb979881459ea9" providerId="LiveId" clId="{9B98721C-3D13-4823-91D6-84644FEBFC2B}" dt="2025-10-11T07:18:47.093" v="31" actId="1076"/>
          <ac:picMkLst>
            <pc:docMk/>
            <pc:sldMk cId="486773204" sldId="272"/>
            <ac:picMk id="4" creationId="{9721F5E8-E39E-E178-B3C6-F27E3161F83A}"/>
          </ac:picMkLst>
        </pc:picChg>
        <pc:picChg chg="add mod">
          <ac:chgData name="Sree Sree" userId="90eb979881459ea9" providerId="LiveId" clId="{9B98721C-3D13-4823-91D6-84644FEBFC2B}" dt="2025-10-11T07:16:48.887" v="5"/>
          <ac:picMkLst>
            <pc:docMk/>
            <pc:sldMk cId="486773204" sldId="272"/>
            <ac:picMk id="5" creationId="{17B78AFD-0C36-5BA3-4BDA-2AB1AFAC6918}"/>
          </ac:picMkLst>
        </pc:picChg>
        <pc:picChg chg="add mod">
          <ac:chgData name="Sree Sree" userId="90eb979881459ea9" providerId="LiveId" clId="{9B98721C-3D13-4823-91D6-84644FEBFC2B}" dt="2025-10-11T07:18:27.585" v="26" actId="1076"/>
          <ac:picMkLst>
            <pc:docMk/>
            <pc:sldMk cId="486773204" sldId="272"/>
            <ac:picMk id="6" creationId="{301748D9-68C5-9AF4-0E42-7057379D6FE1}"/>
          </ac:picMkLst>
        </pc:picChg>
      </pc:sldChg>
      <pc:sldChg chg="addSp modSp mod">
        <pc:chgData name="Sree Sree" userId="90eb979881459ea9" providerId="LiveId" clId="{9B98721C-3D13-4823-91D6-84644FEBFC2B}" dt="2025-10-11T07:17:50.229" v="18" actId="14100"/>
        <pc:sldMkLst>
          <pc:docMk/>
          <pc:sldMk cId="2027722683" sldId="283"/>
        </pc:sldMkLst>
        <pc:spChg chg="mod">
          <ac:chgData name="Sree Sree" userId="90eb979881459ea9" providerId="LiveId" clId="{9B98721C-3D13-4823-91D6-84644FEBFC2B}" dt="2025-10-11T07:17:40.716" v="16" actId="1076"/>
          <ac:spMkLst>
            <pc:docMk/>
            <pc:sldMk cId="2027722683" sldId="283"/>
            <ac:spMk id="2" creationId="{9B365C78-013E-4AA3-1AD5-1032BBFF5F40}"/>
          </ac:spMkLst>
        </pc:spChg>
        <pc:picChg chg="add mod">
          <ac:chgData name="Sree Sree" userId="90eb979881459ea9" providerId="LiveId" clId="{9B98721C-3D13-4823-91D6-84644FEBFC2B}" dt="2025-10-11T07:17:50.229" v="18" actId="14100"/>
          <ac:picMkLst>
            <pc:docMk/>
            <pc:sldMk cId="2027722683" sldId="283"/>
            <ac:picMk id="5" creationId="{0A38BEC1-123D-CFA2-2440-98783DB7B552}"/>
          </ac:picMkLst>
        </pc:picChg>
        <pc:picChg chg="add mod">
          <ac:chgData name="Sree Sree" userId="90eb979881459ea9" providerId="LiveId" clId="{9B98721C-3D13-4823-91D6-84644FEBFC2B}" dt="2025-10-11T07:17:34.014" v="14"/>
          <ac:picMkLst>
            <pc:docMk/>
            <pc:sldMk cId="2027722683" sldId="283"/>
            <ac:picMk id="6" creationId="{8D12CC7B-5F67-49AE-420E-930B2ADD40BC}"/>
          </ac:picMkLst>
        </pc:picChg>
      </pc:sldChg>
      <pc:sldChg chg="addSp modSp">
        <pc:chgData name="Sree Sree" userId="90eb979881459ea9" providerId="LiveId" clId="{9B98721C-3D13-4823-91D6-84644FEBFC2B}" dt="2025-10-11T07:19:11.696" v="33"/>
        <pc:sldMkLst>
          <pc:docMk/>
          <pc:sldMk cId="2611535870" sldId="288"/>
        </pc:sldMkLst>
        <pc:picChg chg="add mod">
          <ac:chgData name="Sree Sree" userId="90eb979881459ea9" providerId="LiveId" clId="{9B98721C-3D13-4823-91D6-84644FEBFC2B}" dt="2025-10-11T07:16:58.154" v="6"/>
          <ac:picMkLst>
            <pc:docMk/>
            <pc:sldMk cId="2611535870" sldId="288"/>
            <ac:picMk id="3" creationId="{59976418-C4A4-3083-BFF3-B437280927F9}"/>
          </ac:picMkLst>
        </pc:picChg>
        <pc:picChg chg="add mod">
          <ac:chgData name="Sree Sree" userId="90eb979881459ea9" providerId="LiveId" clId="{9B98721C-3D13-4823-91D6-84644FEBFC2B}" dt="2025-10-11T07:19:11.696" v="33"/>
          <ac:picMkLst>
            <pc:docMk/>
            <pc:sldMk cId="2611535870" sldId="288"/>
            <ac:picMk id="4" creationId="{A1C94558-56C8-6471-86E1-C7FECD5D3B15}"/>
          </ac:picMkLst>
        </pc:picChg>
      </pc:sldChg>
      <pc:sldChg chg="addSp modSp">
        <pc:chgData name="Sree Sree" userId="90eb979881459ea9" providerId="LiveId" clId="{9B98721C-3D13-4823-91D6-84644FEBFC2B}" dt="2025-10-11T07:19:13.484" v="34"/>
        <pc:sldMkLst>
          <pc:docMk/>
          <pc:sldMk cId="2258535836" sldId="289"/>
        </pc:sldMkLst>
        <pc:picChg chg="add mod">
          <ac:chgData name="Sree Sree" userId="90eb979881459ea9" providerId="LiveId" clId="{9B98721C-3D13-4823-91D6-84644FEBFC2B}" dt="2025-10-11T07:17:01.381" v="7"/>
          <ac:picMkLst>
            <pc:docMk/>
            <pc:sldMk cId="2258535836" sldId="289"/>
            <ac:picMk id="4" creationId="{D6E208B6-D8C1-7031-ECC2-21794D19EED3}"/>
          </ac:picMkLst>
        </pc:picChg>
        <pc:picChg chg="add mod">
          <ac:chgData name="Sree Sree" userId="90eb979881459ea9" providerId="LiveId" clId="{9B98721C-3D13-4823-91D6-84644FEBFC2B}" dt="2025-10-11T07:19:13.484" v="34"/>
          <ac:picMkLst>
            <pc:docMk/>
            <pc:sldMk cId="2258535836" sldId="289"/>
            <ac:picMk id="6" creationId="{16B01D5A-EA82-2C3C-AE81-BCCDE01343DD}"/>
          </ac:picMkLst>
        </pc:picChg>
      </pc:sldChg>
      <pc:sldChg chg="addSp modSp">
        <pc:chgData name="Sree Sree" userId="90eb979881459ea9" providerId="LiveId" clId="{9B98721C-3D13-4823-91D6-84644FEBFC2B}" dt="2025-10-11T07:19:15.083" v="35"/>
        <pc:sldMkLst>
          <pc:docMk/>
          <pc:sldMk cId="673226692" sldId="290"/>
        </pc:sldMkLst>
        <pc:picChg chg="add mod">
          <ac:chgData name="Sree Sree" userId="90eb979881459ea9" providerId="LiveId" clId="{9B98721C-3D13-4823-91D6-84644FEBFC2B}" dt="2025-10-11T07:17:03.041" v="8"/>
          <ac:picMkLst>
            <pc:docMk/>
            <pc:sldMk cId="673226692" sldId="290"/>
            <ac:picMk id="4" creationId="{E405B73B-B5BC-C3D5-BCAB-1AE094ED3FC7}"/>
          </ac:picMkLst>
        </pc:picChg>
        <pc:picChg chg="add mod">
          <ac:chgData name="Sree Sree" userId="90eb979881459ea9" providerId="LiveId" clId="{9B98721C-3D13-4823-91D6-84644FEBFC2B}" dt="2025-10-11T07:19:15.083" v="35"/>
          <ac:picMkLst>
            <pc:docMk/>
            <pc:sldMk cId="673226692" sldId="290"/>
            <ac:picMk id="6" creationId="{0E32E917-ABCC-D333-949D-59C7F8DA54D7}"/>
          </ac:picMkLst>
        </pc:picChg>
      </pc:sldChg>
      <pc:sldChg chg="addSp modSp mod">
        <pc:chgData name="Sree Sree" userId="90eb979881459ea9" providerId="LiveId" clId="{9B98721C-3D13-4823-91D6-84644FEBFC2B}" dt="2025-10-11T07:20:02.448" v="50" actId="1076"/>
        <pc:sldMkLst>
          <pc:docMk/>
          <pc:sldMk cId="1497160431" sldId="291"/>
        </pc:sldMkLst>
        <pc:spChg chg="mod">
          <ac:chgData name="Sree Sree" userId="90eb979881459ea9" providerId="LiveId" clId="{9B98721C-3D13-4823-91D6-84644FEBFC2B}" dt="2025-10-11T07:20:02.448" v="50" actId="1076"/>
          <ac:spMkLst>
            <pc:docMk/>
            <pc:sldMk cId="1497160431" sldId="291"/>
            <ac:spMk id="2" creationId="{94D609C9-47EB-4453-1BED-0E0E191EF7BF}"/>
          </ac:spMkLst>
        </pc:spChg>
        <pc:picChg chg="add mod">
          <ac:chgData name="Sree Sree" userId="90eb979881459ea9" providerId="LiveId" clId="{9B98721C-3D13-4823-91D6-84644FEBFC2B}" dt="2025-10-11T07:17:04.714" v="9"/>
          <ac:picMkLst>
            <pc:docMk/>
            <pc:sldMk cId="1497160431" sldId="291"/>
            <ac:picMk id="4" creationId="{7AB48BCB-4369-B880-0DF5-B87F86388477}"/>
          </ac:picMkLst>
        </pc:picChg>
        <pc:picChg chg="add mod">
          <ac:chgData name="Sree Sree" userId="90eb979881459ea9" providerId="LiveId" clId="{9B98721C-3D13-4823-91D6-84644FEBFC2B}" dt="2025-10-11T07:19:23.978" v="40" actId="1076"/>
          <ac:picMkLst>
            <pc:docMk/>
            <pc:sldMk cId="1497160431" sldId="291"/>
            <ac:picMk id="5" creationId="{5B164F70-D909-78A7-C2B0-3962E716DE0F}"/>
          </ac:picMkLst>
        </pc:picChg>
      </pc:sldChg>
      <pc:sldChg chg="addSp modSp">
        <pc:chgData name="Sree Sree" userId="90eb979881459ea9" providerId="LiveId" clId="{9B98721C-3D13-4823-91D6-84644FEBFC2B}" dt="2025-10-11T07:20:38.314" v="58"/>
        <pc:sldMkLst>
          <pc:docMk/>
          <pc:sldMk cId="1236886044" sldId="292"/>
        </pc:sldMkLst>
        <pc:picChg chg="add mod">
          <ac:chgData name="Sree Sree" userId="90eb979881459ea9" providerId="LiveId" clId="{9B98721C-3D13-4823-91D6-84644FEBFC2B}" dt="2025-10-11T07:20:33.360" v="57"/>
          <ac:picMkLst>
            <pc:docMk/>
            <pc:sldMk cId="1236886044" sldId="292"/>
            <ac:picMk id="2" creationId="{B7F6F5BB-18C8-96C5-157F-2D74B4F30C5F}"/>
          </ac:picMkLst>
        </pc:picChg>
        <pc:picChg chg="add mod">
          <ac:chgData name="Sree Sree" userId="90eb979881459ea9" providerId="LiveId" clId="{9B98721C-3D13-4823-91D6-84644FEBFC2B}" dt="2025-10-11T07:20:38.314" v="58"/>
          <ac:picMkLst>
            <pc:docMk/>
            <pc:sldMk cId="1236886044" sldId="292"/>
            <ac:picMk id="3" creationId="{92CE39E1-50F4-2954-1C38-89C872B62197}"/>
          </ac:picMkLst>
        </pc:picChg>
      </pc:sldChg>
      <pc:sldChg chg="modSp mod">
        <pc:chgData name="Sree Sree" userId="90eb979881459ea9" providerId="LiveId" clId="{9B98721C-3D13-4823-91D6-84644FEBFC2B}" dt="2025-10-11T07:23:04.908" v="63" actId="1076"/>
        <pc:sldMkLst>
          <pc:docMk/>
          <pc:sldMk cId="2891138945" sldId="293"/>
        </pc:sldMkLst>
        <pc:spChg chg="mod">
          <ac:chgData name="Sree Sree" userId="90eb979881459ea9" providerId="LiveId" clId="{9B98721C-3D13-4823-91D6-84644FEBFC2B}" dt="2025-10-11T07:23:04.908" v="63" actId="1076"/>
          <ac:spMkLst>
            <pc:docMk/>
            <pc:sldMk cId="2891138945" sldId="293"/>
            <ac:spMk id="3" creationId="{DA5B5462-F1FD-285A-669D-B341B4F784A5}"/>
          </ac:spMkLst>
        </pc:spChg>
        <pc:picChg chg="mod">
          <ac:chgData name="Sree Sree" userId="90eb979881459ea9" providerId="LiveId" clId="{9B98721C-3D13-4823-91D6-84644FEBFC2B}" dt="2025-10-11T07:22:49.005" v="60" actId="1076"/>
          <ac:picMkLst>
            <pc:docMk/>
            <pc:sldMk cId="2891138945" sldId="293"/>
            <ac:picMk id="9" creationId="{0529A76E-057F-4CAE-EBAD-5B72208C9ED7}"/>
          </ac:picMkLst>
        </pc:picChg>
      </pc:sldChg>
      <pc:sldChg chg="addSp modSp mod">
        <pc:chgData name="Sree Sree" userId="90eb979881459ea9" providerId="LiveId" clId="{9B98721C-3D13-4823-91D6-84644FEBFC2B}" dt="2025-10-11T07:25:09.466" v="129" actId="20577"/>
        <pc:sldMkLst>
          <pc:docMk/>
          <pc:sldMk cId="3192088351" sldId="295"/>
        </pc:sldMkLst>
        <pc:spChg chg="mod">
          <ac:chgData name="Sree Sree" userId="90eb979881459ea9" providerId="LiveId" clId="{9B98721C-3D13-4823-91D6-84644FEBFC2B}" dt="2025-10-11T07:20:24.378" v="56" actId="1076"/>
          <ac:spMkLst>
            <pc:docMk/>
            <pc:sldMk cId="3192088351" sldId="295"/>
            <ac:spMk id="2" creationId="{295ED488-A476-13CA-4842-49FE15F6C235}"/>
          </ac:spMkLst>
        </pc:spChg>
        <pc:spChg chg="mod">
          <ac:chgData name="Sree Sree" userId="90eb979881459ea9" providerId="LiveId" clId="{9B98721C-3D13-4823-91D6-84644FEBFC2B}" dt="2025-10-11T07:25:09.466" v="129" actId="20577"/>
          <ac:spMkLst>
            <pc:docMk/>
            <pc:sldMk cId="3192088351" sldId="295"/>
            <ac:spMk id="3" creationId="{6A69FA33-80CA-EFCC-8A30-9C26599E8407}"/>
          </ac:spMkLst>
        </pc:spChg>
        <pc:picChg chg="add mod">
          <ac:chgData name="Sree Sree" userId="90eb979881459ea9" providerId="LiveId" clId="{9B98721C-3D13-4823-91D6-84644FEBFC2B}" dt="2025-10-11T07:17:06.780" v="10"/>
          <ac:picMkLst>
            <pc:docMk/>
            <pc:sldMk cId="3192088351" sldId="295"/>
            <ac:picMk id="4" creationId="{86E41165-EE63-D2DA-ACC9-2AF7283BBFEC}"/>
          </ac:picMkLst>
        </pc:picChg>
        <pc:picChg chg="add mod">
          <ac:chgData name="Sree Sree" userId="90eb979881459ea9" providerId="LiveId" clId="{9B98721C-3D13-4823-91D6-84644FEBFC2B}" dt="2025-10-11T07:20:09.553" v="51"/>
          <ac:picMkLst>
            <pc:docMk/>
            <pc:sldMk cId="3192088351" sldId="295"/>
            <ac:picMk id="5" creationId="{601E4994-3C5A-0C67-CE61-6E220DC18713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9.svg"/><Relationship Id="rId9" Type="http://schemas.openxmlformats.org/officeDocument/2006/relationships/image" Target="../media/image4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39.svg"/><Relationship Id="rId9" Type="http://schemas.openxmlformats.org/officeDocument/2006/relationships/image" Target="../media/image47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9.svg"/><Relationship Id="rId9" Type="http://schemas.openxmlformats.org/officeDocument/2006/relationships/image" Target="../media/image4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39.svg"/><Relationship Id="rId9" Type="http://schemas.openxmlformats.org/officeDocument/2006/relationships/image" Target="../media/image47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5E24AC-1A58-443F-989D-963EE9204FE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CF263DD-6151-4957-BA99-9C3D358BDDB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500">
              <a:solidFill>
                <a:srgbClr val="FFFFFF"/>
              </a:solidFill>
              <a:latin typeface="Aptos"/>
              <a:ea typeface="+mn-ea"/>
              <a:cs typeface="+mn-cs"/>
            </a:rPr>
            <a:t>To know the good and bad sides of using educational apps.</a:t>
          </a:r>
        </a:p>
      </dgm:t>
    </dgm:pt>
    <dgm:pt modelId="{32B398BD-FDD3-4979-862F-51B2C685923A}" type="parTrans" cxnId="{F35CCE03-1B0F-4CDB-BDDA-BAF1729B016A}">
      <dgm:prSet/>
      <dgm:spPr/>
      <dgm:t>
        <a:bodyPr/>
        <a:lstStyle/>
        <a:p>
          <a:endParaRPr lang="en-US"/>
        </a:p>
      </dgm:t>
    </dgm:pt>
    <dgm:pt modelId="{77E37803-C062-4646-B64D-61A8ACEE29CC}" type="sibTrans" cxnId="{F35CCE03-1B0F-4CDB-BDDA-BAF1729B016A}">
      <dgm:prSet/>
      <dgm:spPr/>
      <dgm:t>
        <a:bodyPr/>
        <a:lstStyle/>
        <a:p>
          <a:endParaRPr lang="en-US"/>
        </a:p>
      </dgm:t>
    </dgm:pt>
    <dgm:pt modelId="{94206C33-1844-4E74-9B47-61E6AB76001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500">
              <a:solidFill>
                <a:srgbClr val="FFFFFF"/>
              </a:solidFill>
              <a:latin typeface="Aptos"/>
              <a:ea typeface="+mn-ea"/>
              <a:cs typeface="+mn-cs"/>
            </a:rPr>
            <a:t>To know what an educational app is and how it helps in learning.</a:t>
          </a:r>
        </a:p>
      </dgm:t>
    </dgm:pt>
    <dgm:pt modelId="{FAFF3EEA-4317-4B6A-9106-DEBA2C1AAAD8}" type="parTrans" cxnId="{B8DF806E-1383-4355-8F8D-ABF0A61657E3}">
      <dgm:prSet/>
      <dgm:spPr/>
      <dgm:t>
        <a:bodyPr/>
        <a:lstStyle/>
        <a:p>
          <a:endParaRPr lang="en-IN"/>
        </a:p>
      </dgm:t>
    </dgm:pt>
    <dgm:pt modelId="{EF6EBEE0-9708-4675-89D9-9D847FC061CA}" type="sibTrans" cxnId="{B8DF806E-1383-4355-8F8D-ABF0A61657E3}">
      <dgm:prSet/>
      <dgm:spPr/>
      <dgm:t>
        <a:bodyPr/>
        <a:lstStyle/>
        <a:p>
          <a:endParaRPr lang="en-IN"/>
        </a:p>
      </dgm:t>
    </dgm:pt>
    <dgm:pt modelId="{C1B4395F-3015-4C4A-8ABE-C852CB17AA8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500">
              <a:solidFill>
                <a:srgbClr val="FFFFFF"/>
              </a:solidFill>
              <a:latin typeface="Aptos"/>
              <a:ea typeface="+mn-ea"/>
              <a:cs typeface="+mn-cs"/>
            </a:rPr>
            <a:t>To understand how students can study anytime and anywhere using apps.</a:t>
          </a:r>
        </a:p>
      </dgm:t>
    </dgm:pt>
    <dgm:pt modelId="{39CDB55E-F646-4A3A-AC15-93E7E1BACBF2}" type="parTrans" cxnId="{860832C9-CE79-4686-AB5A-82FB50F3093F}">
      <dgm:prSet/>
      <dgm:spPr/>
      <dgm:t>
        <a:bodyPr/>
        <a:lstStyle/>
        <a:p>
          <a:endParaRPr lang="en-IN"/>
        </a:p>
      </dgm:t>
    </dgm:pt>
    <dgm:pt modelId="{EFCA8757-1B2A-4FEA-AA06-4A961D924A7A}" type="sibTrans" cxnId="{860832C9-CE79-4686-AB5A-82FB50F3093F}">
      <dgm:prSet/>
      <dgm:spPr/>
      <dgm:t>
        <a:bodyPr/>
        <a:lstStyle/>
        <a:p>
          <a:endParaRPr lang="en-IN"/>
        </a:p>
      </dgm:t>
    </dgm:pt>
    <dgm:pt modelId="{6F70C464-E917-452D-9D94-DF1FE162FEA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500" dirty="0">
              <a:solidFill>
                <a:srgbClr val="FFFFFF"/>
              </a:solidFill>
              <a:latin typeface="Aptos"/>
              <a:ea typeface="+mn-ea"/>
              <a:cs typeface="+mn-cs"/>
            </a:rPr>
            <a:t>To learn the main benefits of using educational apps every day.</a:t>
          </a:r>
        </a:p>
      </dgm:t>
    </dgm:pt>
    <dgm:pt modelId="{9CFDE0CC-E6B2-44FE-818A-5A69665F0C21}" type="parTrans" cxnId="{97D5698D-763A-4CDB-B86D-BFB03D7081CE}">
      <dgm:prSet/>
      <dgm:spPr/>
      <dgm:t>
        <a:bodyPr/>
        <a:lstStyle/>
        <a:p>
          <a:endParaRPr lang="en-IN"/>
        </a:p>
      </dgm:t>
    </dgm:pt>
    <dgm:pt modelId="{6AFAD56D-0615-4181-9AF7-708ECC6588E6}" type="sibTrans" cxnId="{97D5698D-763A-4CDB-B86D-BFB03D7081CE}">
      <dgm:prSet/>
      <dgm:spPr/>
      <dgm:t>
        <a:bodyPr/>
        <a:lstStyle/>
        <a:p>
          <a:endParaRPr lang="en-IN"/>
        </a:p>
      </dgm:t>
    </dgm:pt>
    <dgm:pt modelId="{AF4C2466-76F1-4B57-BB4F-AEF815066C4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500">
              <a:solidFill>
                <a:srgbClr val="FFFFFF"/>
              </a:solidFill>
              <a:latin typeface="Aptos"/>
              <a:ea typeface="+mn-ea"/>
              <a:cs typeface="+mn-cs"/>
            </a:rPr>
            <a:t>To find out which learning apps are popular among students.</a:t>
          </a:r>
        </a:p>
      </dgm:t>
    </dgm:pt>
    <dgm:pt modelId="{FB3096A6-E47D-42C5-978C-E25D00EF53ED}" type="parTrans" cxnId="{D7A1B2B0-A649-4765-8484-CE343A415E9E}">
      <dgm:prSet/>
      <dgm:spPr/>
      <dgm:t>
        <a:bodyPr/>
        <a:lstStyle/>
        <a:p>
          <a:endParaRPr lang="en-IN"/>
        </a:p>
      </dgm:t>
    </dgm:pt>
    <dgm:pt modelId="{A8554AD2-9F67-4ABA-8D90-61E5E17629CA}" type="sibTrans" cxnId="{D7A1B2B0-A649-4765-8484-CE343A415E9E}">
      <dgm:prSet/>
      <dgm:spPr/>
      <dgm:t>
        <a:bodyPr/>
        <a:lstStyle/>
        <a:p>
          <a:endParaRPr lang="en-IN"/>
        </a:p>
      </dgm:t>
    </dgm:pt>
    <dgm:pt modelId="{26A57AAE-B154-41B1-A9FA-E03840EF2E22}" type="pres">
      <dgm:prSet presAssocID="{B35E24AC-1A58-443F-989D-963EE9204FE1}" presName="linear" presStyleCnt="0">
        <dgm:presLayoutVars>
          <dgm:animLvl val="lvl"/>
          <dgm:resizeHandles val="exact"/>
        </dgm:presLayoutVars>
      </dgm:prSet>
      <dgm:spPr/>
    </dgm:pt>
    <dgm:pt modelId="{A4951DEF-73A2-4BE4-88FE-2826340C126E}" type="pres">
      <dgm:prSet presAssocID="{94206C33-1844-4E74-9B47-61E6AB76001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3425630-3B85-4789-8FAC-23300DF681EB}" type="pres">
      <dgm:prSet presAssocID="{EF6EBEE0-9708-4675-89D9-9D847FC061CA}" presName="spacer" presStyleCnt="0"/>
      <dgm:spPr/>
    </dgm:pt>
    <dgm:pt modelId="{69D93725-B47C-4075-89E9-627175421CBA}" type="pres">
      <dgm:prSet presAssocID="{C1B4395F-3015-4C4A-8ABE-C852CB17AA8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89CA8EA-89EB-483D-B33D-045640C5B4C0}" type="pres">
      <dgm:prSet presAssocID="{EFCA8757-1B2A-4FEA-AA06-4A961D924A7A}" presName="spacer" presStyleCnt="0"/>
      <dgm:spPr/>
    </dgm:pt>
    <dgm:pt modelId="{4519887F-DE40-4CBC-93A8-82972A4B427C}" type="pres">
      <dgm:prSet presAssocID="{6F70C464-E917-452D-9D94-DF1FE162FEA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63E8D0B-1D6D-40E9-9524-58D5CF658F8D}" type="pres">
      <dgm:prSet presAssocID="{6AFAD56D-0615-4181-9AF7-708ECC6588E6}" presName="spacer" presStyleCnt="0"/>
      <dgm:spPr/>
    </dgm:pt>
    <dgm:pt modelId="{D2394B78-629C-4DA9-A96B-BAB14F872DA0}" type="pres">
      <dgm:prSet presAssocID="{AF4C2466-76F1-4B57-BB4F-AEF815066C42}" presName="parentText" presStyleLbl="node1" presStyleIdx="3" presStyleCnt="5" custLinFactNeighborY="46479">
        <dgm:presLayoutVars>
          <dgm:chMax val="0"/>
          <dgm:bulletEnabled val="1"/>
        </dgm:presLayoutVars>
      </dgm:prSet>
      <dgm:spPr/>
    </dgm:pt>
    <dgm:pt modelId="{BBB36FC6-0447-4DE9-90B5-757677AD1163}" type="pres">
      <dgm:prSet presAssocID="{A8554AD2-9F67-4ABA-8D90-61E5E17629CA}" presName="spacer" presStyleCnt="0"/>
      <dgm:spPr/>
    </dgm:pt>
    <dgm:pt modelId="{B7B96B16-67B6-4DBA-9DC7-90DD7A05CFE6}" type="pres">
      <dgm:prSet presAssocID="{ACF263DD-6151-4957-BA99-9C3D358BDDB7}" presName="parentText" presStyleLbl="node1" presStyleIdx="4" presStyleCnt="5" custLinFactY="18720" custLinFactNeighborX="-1264" custLinFactNeighborY="100000">
        <dgm:presLayoutVars>
          <dgm:chMax val="0"/>
          <dgm:bulletEnabled val="1"/>
        </dgm:presLayoutVars>
      </dgm:prSet>
      <dgm:spPr/>
    </dgm:pt>
  </dgm:ptLst>
  <dgm:cxnLst>
    <dgm:cxn modelId="{F35CCE03-1B0F-4CDB-BDDA-BAF1729B016A}" srcId="{B35E24AC-1A58-443F-989D-963EE9204FE1}" destId="{ACF263DD-6151-4957-BA99-9C3D358BDDB7}" srcOrd="4" destOrd="0" parTransId="{32B398BD-FDD3-4979-862F-51B2C685923A}" sibTransId="{77E37803-C062-4646-B64D-61A8ACEE29CC}"/>
    <dgm:cxn modelId="{F811E113-4B8A-4E4C-912F-A217D25BC365}" type="presOf" srcId="{B35E24AC-1A58-443F-989D-963EE9204FE1}" destId="{26A57AAE-B154-41B1-A9FA-E03840EF2E22}" srcOrd="0" destOrd="0" presId="urn:microsoft.com/office/officeart/2005/8/layout/vList2"/>
    <dgm:cxn modelId="{5F977237-A128-43C4-B265-A96305BA9F11}" type="presOf" srcId="{6F70C464-E917-452D-9D94-DF1FE162FEAD}" destId="{4519887F-DE40-4CBC-93A8-82972A4B427C}" srcOrd="0" destOrd="0" presId="urn:microsoft.com/office/officeart/2005/8/layout/vList2"/>
    <dgm:cxn modelId="{EC85943B-AC05-452A-8550-004B835972F0}" type="presOf" srcId="{94206C33-1844-4E74-9B47-61E6AB760010}" destId="{A4951DEF-73A2-4BE4-88FE-2826340C126E}" srcOrd="0" destOrd="0" presId="urn:microsoft.com/office/officeart/2005/8/layout/vList2"/>
    <dgm:cxn modelId="{7199F73F-F176-4FE7-AC7E-5DA130530DFB}" type="presOf" srcId="{AF4C2466-76F1-4B57-BB4F-AEF815066C42}" destId="{D2394B78-629C-4DA9-A96B-BAB14F872DA0}" srcOrd="0" destOrd="0" presId="urn:microsoft.com/office/officeart/2005/8/layout/vList2"/>
    <dgm:cxn modelId="{7C7FC741-3494-4FDB-BDF8-7E5D9EA54E80}" type="presOf" srcId="{C1B4395F-3015-4C4A-8ABE-C852CB17AA84}" destId="{69D93725-B47C-4075-89E9-627175421CBA}" srcOrd="0" destOrd="0" presId="urn:microsoft.com/office/officeart/2005/8/layout/vList2"/>
    <dgm:cxn modelId="{B8DF806E-1383-4355-8F8D-ABF0A61657E3}" srcId="{B35E24AC-1A58-443F-989D-963EE9204FE1}" destId="{94206C33-1844-4E74-9B47-61E6AB760010}" srcOrd="0" destOrd="0" parTransId="{FAFF3EEA-4317-4B6A-9106-DEBA2C1AAAD8}" sibTransId="{EF6EBEE0-9708-4675-89D9-9D847FC061CA}"/>
    <dgm:cxn modelId="{97D5698D-763A-4CDB-B86D-BFB03D7081CE}" srcId="{B35E24AC-1A58-443F-989D-963EE9204FE1}" destId="{6F70C464-E917-452D-9D94-DF1FE162FEAD}" srcOrd="2" destOrd="0" parTransId="{9CFDE0CC-E6B2-44FE-818A-5A69665F0C21}" sibTransId="{6AFAD56D-0615-4181-9AF7-708ECC6588E6}"/>
    <dgm:cxn modelId="{4B3F18B0-6020-4F48-B936-582B49364637}" type="presOf" srcId="{ACF263DD-6151-4957-BA99-9C3D358BDDB7}" destId="{B7B96B16-67B6-4DBA-9DC7-90DD7A05CFE6}" srcOrd="0" destOrd="0" presId="urn:microsoft.com/office/officeart/2005/8/layout/vList2"/>
    <dgm:cxn modelId="{D7A1B2B0-A649-4765-8484-CE343A415E9E}" srcId="{B35E24AC-1A58-443F-989D-963EE9204FE1}" destId="{AF4C2466-76F1-4B57-BB4F-AEF815066C42}" srcOrd="3" destOrd="0" parTransId="{FB3096A6-E47D-42C5-978C-E25D00EF53ED}" sibTransId="{A8554AD2-9F67-4ABA-8D90-61E5E17629CA}"/>
    <dgm:cxn modelId="{860832C9-CE79-4686-AB5A-82FB50F3093F}" srcId="{B35E24AC-1A58-443F-989D-963EE9204FE1}" destId="{C1B4395F-3015-4C4A-8ABE-C852CB17AA84}" srcOrd="1" destOrd="0" parTransId="{39CDB55E-F646-4A3A-AC15-93E7E1BACBF2}" sibTransId="{EFCA8757-1B2A-4FEA-AA06-4A961D924A7A}"/>
    <dgm:cxn modelId="{B6BF8B2F-3BDD-4132-B9B6-A886DCEB567B}" type="presParOf" srcId="{26A57AAE-B154-41B1-A9FA-E03840EF2E22}" destId="{A4951DEF-73A2-4BE4-88FE-2826340C126E}" srcOrd="0" destOrd="0" presId="urn:microsoft.com/office/officeart/2005/8/layout/vList2"/>
    <dgm:cxn modelId="{0FD8B1A8-0099-4EDE-A90F-35B57149A78E}" type="presParOf" srcId="{26A57AAE-B154-41B1-A9FA-E03840EF2E22}" destId="{23425630-3B85-4789-8FAC-23300DF681EB}" srcOrd="1" destOrd="0" presId="urn:microsoft.com/office/officeart/2005/8/layout/vList2"/>
    <dgm:cxn modelId="{C0FB7216-5FA2-483A-BD61-05FDDA8DBE3C}" type="presParOf" srcId="{26A57AAE-B154-41B1-A9FA-E03840EF2E22}" destId="{69D93725-B47C-4075-89E9-627175421CBA}" srcOrd="2" destOrd="0" presId="urn:microsoft.com/office/officeart/2005/8/layout/vList2"/>
    <dgm:cxn modelId="{8DB2954B-BF33-4258-B8A7-74395D537461}" type="presParOf" srcId="{26A57AAE-B154-41B1-A9FA-E03840EF2E22}" destId="{189CA8EA-89EB-483D-B33D-045640C5B4C0}" srcOrd="3" destOrd="0" presId="urn:microsoft.com/office/officeart/2005/8/layout/vList2"/>
    <dgm:cxn modelId="{AF08D42C-29A1-463B-8B46-F1BCA8AE7991}" type="presParOf" srcId="{26A57AAE-B154-41B1-A9FA-E03840EF2E22}" destId="{4519887F-DE40-4CBC-93A8-82972A4B427C}" srcOrd="4" destOrd="0" presId="urn:microsoft.com/office/officeart/2005/8/layout/vList2"/>
    <dgm:cxn modelId="{C4118098-C220-4E7D-B93D-D273C67BD7C4}" type="presParOf" srcId="{26A57AAE-B154-41B1-A9FA-E03840EF2E22}" destId="{563E8D0B-1D6D-40E9-9524-58D5CF658F8D}" srcOrd="5" destOrd="0" presId="urn:microsoft.com/office/officeart/2005/8/layout/vList2"/>
    <dgm:cxn modelId="{526D76B3-9619-46D6-B242-E80359D24F00}" type="presParOf" srcId="{26A57AAE-B154-41B1-A9FA-E03840EF2E22}" destId="{D2394B78-629C-4DA9-A96B-BAB14F872DA0}" srcOrd="6" destOrd="0" presId="urn:microsoft.com/office/officeart/2005/8/layout/vList2"/>
    <dgm:cxn modelId="{6C150DCC-34A4-43EC-85D6-94F8C4933D2C}" type="presParOf" srcId="{26A57AAE-B154-41B1-A9FA-E03840EF2E22}" destId="{BBB36FC6-0447-4DE9-90B5-757677AD1163}" srcOrd="7" destOrd="0" presId="urn:microsoft.com/office/officeart/2005/8/layout/vList2"/>
    <dgm:cxn modelId="{E7665A36-D858-4A30-8A11-1CCCEB6A201C}" type="presParOf" srcId="{26A57AAE-B154-41B1-A9FA-E03840EF2E22}" destId="{B7B96B16-67B6-4DBA-9DC7-90DD7A05CFE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D71E92-FBE7-46F5-B143-4BF4E47A73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AEC5BC-B549-42F3-8434-47C0EB77B7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Access to educational materials.</a:t>
          </a:r>
        </a:p>
      </dgm:t>
    </dgm:pt>
    <dgm:pt modelId="{E91C1B86-AF2B-44C8-AE51-A0A414CA4766}" type="parTrans" cxnId="{AF4FD098-2DC9-4B64-8A42-C0302429BD08}">
      <dgm:prSet/>
      <dgm:spPr/>
      <dgm:t>
        <a:bodyPr/>
        <a:lstStyle/>
        <a:p>
          <a:endParaRPr lang="en-US"/>
        </a:p>
      </dgm:t>
    </dgm:pt>
    <dgm:pt modelId="{4DE03660-4060-4787-97D1-5B6D264DA4A6}" type="sibTrans" cxnId="{AF4FD098-2DC9-4B64-8A42-C0302429BD08}">
      <dgm:prSet/>
      <dgm:spPr/>
      <dgm:t>
        <a:bodyPr/>
        <a:lstStyle/>
        <a:p>
          <a:endParaRPr lang="en-US"/>
        </a:p>
      </dgm:t>
    </dgm:pt>
    <dgm:pt modelId="{F4C5122A-4922-48A5-8832-DA8BD0E76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 and join meetups or IEEE events (virtual or physical) filtered.</a:t>
          </a:r>
        </a:p>
      </dgm:t>
    </dgm:pt>
    <dgm:pt modelId="{84508935-C2A0-449A-8D13-BC24BDF020BA}" type="parTrans" cxnId="{7017123C-4F2B-4F65-85AA-40FE24DA57D4}">
      <dgm:prSet/>
      <dgm:spPr/>
      <dgm:t>
        <a:bodyPr/>
        <a:lstStyle/>
        <a:p>
          <a:endParaRPr lang="en-US"/>
        </a:p>
      </dgm:t>
    </dgm:pt>
    <dgm:pt modelId="{5578A319-8365-4E35-80C7-7F28DB62B210}" type="sibTrans" cxnId="{7017123C-4F2B-4F65-85AA-40FE24DA57D4}">
      <dgm:prSet/>
      <dgm:spPr/>
      <dgm:t>
        <a:bodyPr/>
        <a:lstStyle/>
        <a:p>
          <a:endParaRPr lang="en-US"/>
        </a:p>
      </dgm:t>
    </dgm:pt>
    <dgm:pt modelId="{F63076EA-F74C-47FA-99C7-AB4834EFC0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Access to IEEE’s resources.</a:t>
          </a:r>
        </a:p>
      </dgm:t>
    </dgm:pt>
    <dgm:pt modelId="{C9BF7329-9C2A-43F9-ABFD-A206DC91D8C8}" type="parTrans" cxnId="{4C7A2BC3-C35D-4851-9924-6DEA27C42C50}">
      <dgm:prSet/>
      <dgm:spPr/>
      <dgm:t>
        <a:bodyPr/>
        <a:lstStyle/>
        <a:p>
          <a:endParaRPr lang="en-US"/>
        </a:p>
      </dgm:t>
    </dgm:pt>
    <dgm:pt modelId="{C4DAA00E-308F-41F5-B2B8-32A2AC2D5D73}" type="sibTrans" cxnId="{4C7A2BC3-C35D-4851-9924-6DEA27C42C50}">
      <dgm:prSet/>
      <dgm:spPr/>
      <dgm:t>
        <a:bodyPr/>
        <a:lstStyle/>
        <a:p>
          <a:endParaRPr lang="en-US"/>
        </a:p>
      </dgm:t>
    </dgm:pt>
    <dgm:pt modelId="{CDCA8BDD-D840-4319-9B23-0D484F3D9A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Locate other IEEE members by interests, location, or affiliations. </a:t>
          </a:r>
        </a:p>
      </dgm:t>
    </dgm:pt>
    <dgm:pt modelId="{417B13BA-8AF6-4BD7-8250-754A90531122}" type="parTrans" cxnId="{EAE21970-53DC-4E27-AD7B-98E046D603A2}">
      <dgm:prSet/>
      <dgm:spPr/>
      <dgm:t>
        <a:bodyPr/>
        <a:lstStyle/>
        <a:p>
          <a:endParaRPr lang="en-US"/>
        </a:p>
      </dgm:t>
    </dgm:pt>
    <dgm:pt modelId="{1FB50B2C-95C8-4746-938F-D23C1E7015A0}" type="sibTrans" cxnId="{EAE21970-53DC-4E27-AD7B-98E046D603A2}">
      <dgm:prSet/>
      <dgm:spPr/>
      <dgm:t>
        <a:bodyPr/>
        <a:lstStyle/>
        <a:p>
          <a:endParaRPr lang="en-US"/>
        </a:p>
      </dgm:t>
    </dgm:pt>
    <dgm:pt modelId="{E8641671-A0C8-4909-BD14-451D5FDAFC2E}" type="pres">
      <dgm:prSet presAssocID="{E1D71E92-FBE7-46F5-B143-4BF4E47A7320}" presName="root" presStyleCnt="0">
        <dgm:presLayoutVars>
          <dgm:dir/>
          <dgm:resizeHandles val="exact"/>
        </dgm:presLayoutVars>
      </dgm:prSet>
      <dgm:spPr/>
    </dgm:pt>
    <dgm:pt modelId="{79B3F384-7912-46D7-B3AC-64F13F0002D6}" type="pres">
      <dgm:prSet presAssocID="{01AEC5BC-B549-42F3-8434-47C0EB77B78F}" presName="compNode" presStyleCnt="0"/>
      <dgm:spPr/>
    </dgm:pt>
    <dgm:pt modelId="{86B23E6F-E87B-4C3F-96CA-6736C3497E29}" type="pres">
      <dgm:prSet presAssocID="{01AEC5BC-B549-42F3-8434-47C0EB77B78F}" presName="bgRect" presStyleLbl="bgShp" presStyleIdx="0" presStyleCnt="4"/>
      <dgm:spPr/>
    </dgm:pt>
    <dgm:pt modelId="{2E9E9442-F7B4-4761-9C34-64C0A87882F8}" type="pres">
      <dgm:prSet presAssocID="{01AEC5BC-B549-42F3-8434-47C0EB77B78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3BD6419-EE8F-47D5-92D8-449CFC22C022}" type="pres">
      <dgm:prSet presAssocID="{01AEC5BC-B549-42F3-8434-47C0EB77B78F}" presName="spaceRect" presStyleCnt="0"/>
      <dgm:spPr/>
    </dgm:pt>
    <dgm:pt modelId="{53CF9B48-8F8F-4E35-9111-DD13D340672B}" type="pres">
      <dgm:prSet presAssocID="{01AEC5BC-B549-42F3-8434-47C0EB77B78F}" presName="parTx" presStyleLbl="revTx" presStyleIdx="0" presStyleCnt="4">
        <dgm:presLayoutVars>
          <dgm:chMax val="0"/>
          <dgm:chPref val="0"/>
        </dgm:presLayoutVars>
      </dgm:prSet>
      <dgm:spPr/>
    </dgm:pt>
    <dgm:pt modelId="{2974FCBC-B1EB-45E4-B546-B9B934412678}" type="pres">
      <dgm:prSet presAssocID="{4DE03660-4060-4787-97D1-5B6D264DA4A6}" presName="sibTrans" presStyleCnt="0"/>
      <dgm:spPr/>
    </dgm:pt>
    <dgm:pt modelId="{05DE4E3B-9B1D-4E72-8B8C-45ED91CACA74}" type="pres">
      <dgm:prSet presAssocID="{F4C5122A-4922-48A5-8832-DA8BD0E76025}" presName="compNode" presStyleCnt="0"/>
      <dgm:spPr/>
    </dgm:pt>
    <dgm:pt modelId="{67B5B117-1D0A-4A18-BB70-0FA1965A7FFD}" type="pres">
      <dgm:prSet presAssocID="{F4C5122A-4922-48A5-8832-DA8BD0E76025}" presName="bgRect" presStyleLbl="bgShp" presStyleIdx="1" presStyleCnt="4"/>
      <dgm:spPr/>
    </dgm:pt>
    <dgm:pt modelId="{3CAFB4EC-DE8E-4EF2-BC40-066ED27AED02}" type="pres">
      <dgm:prSet presAssocID="{F4C5122A-4922-48A5-8832-DA8BD0E760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A7DCB79-03FE-457F-9531-0F324FDD6627}" type="pres">
      <dgm:prSet presAssocID="{F4C5122A-4922-48A5-8832-DA8BD0E76025}" presName="spaceRect" presStyleCnt="0"/>
      <dgm:spPr/>
    </dgm:pt>
    <dgm:pt modelId="{D0149441-EE19-4480-B655-B93940F354A1}" type="pres">
      <dgm:prSet presAssocID="{F4C5122A-4922-48A5-8832-DA8BD0E76025}" presName="parTx" presStyleLbl="revTx" presStyleIdx="1" presStyleCnt="4">
        <dgm:presLayoutVars>
          <dgm:chMax val="0"/>
          <dgm:chPref val="0"/>
        </dgm:presLayoutVars>
      </dgm:prSet>
      <dgm:spPr/>
    </dgm:pt>
    <dgm:pt modelId="{A5DF3976-E843-42EE-B07D-F5005CBF9E00}" type="pres">
      <dgm:prSet presAssocID="{5578A319-8365-4E35-80C7-7F28DB62B210}" presName="sibTrans" presStyleCnt="0"/>
      <dgm:spPr/>
    </dgm:pt>
    <dgm:pt modelId="{65ACF54F-3CA9-43F0-A363-3FC29B319407}" type="pres">
      <dgm:prSet presAssocID="{F63076EA-F74C-47FA-99C7-AB4834EFC0C0}" presName="compNode" presStyleCnt="0"/>
      <dgm:spPr/>
    </dgm:pt>
    <dgm:pt modelId="{0216229B-914B-44C5-B4A2-2C0F431303A2}" type="pres">
      <dgm:prSet presAssocID="{F63076EA-F74C-47FA-99C7-AB4834EFC0C0}" presName="bgRect" presStyleLbl="bgShp" presStyleIdx="2" presStyleCnt="4"/>
      <dgm:spPr/>
    </dgm:pt>
    <dgm:pt modelId="{60B7EE62-F552-4577-AC5F-0F6D92DC4E51}" type="pres">
      <dgm:prSet presAssocID="{F63076EA-F74C-47FA-99C7-AB4834EFC0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C849CF82-34DB-4016-BB4C-A46A8349A068}" type="pres">
      <dgm:prSet presAssocID="{F63076EA-F74C-47FA-99C7-AB4834EFC0C0}" presName="spaceRect" presStyleCnt="0"/>
      <dgm:spPr/>
    </dgm:pt>
    <dgm:pt modelId="{E35E5EDF-E15A-43A8-AD8D-5533A5DA0643}" type="pres">
      <dgm:prSet presAssocID="{F63076EA-F74C-47FA-99C7-AB4834EFC0C0}" presName="parTx" presStyleLbl="revTx" presStyleIdx="2" presStyleCnt="4">
        <dgm:presLayoutVars>
          <dgm:chMax val="0"/>
          <dgm:chPref val="0"/>
        </dgm:presLayoutVars>
      </dgm:prSet>
      <dgm:spPr/>
    </dgm:pt>
    <dgm:pt modelId="{827F439F-C396-4DF6-B433-9CB0A5059694}" type="pres">
      <dgm:prSet presAssocID="{C4DAA00E-308F-41F5-B2B8-32A2AC2D5D73}" presName="sibTrans" presStyleCnt="0"/>
      <dgm:spPr/>
    </dgm:pt>
    <dgm:pt modelId="{1B1846D7-1A93-48D1-9AF6-D1D305AC31C8}" type="pres">
      <dgm:prSet presAssocID="{CDCA8BDD-D840-4319-9B23-0D484F3D9A91}" presName="compNode" presStyleCnt="0"/>
      <dgm:spPr/>
    </dgm:pt>
    <dgm:pt modelId="{78922DB2-04C8-4352-B140-9BCB946D2BF0}" type="pres">
      <dgm:prSet presAssocID="{CDCA8BDD-D840-4319-9B23-0D484F3D9A91}" presName="bgRect" presStyleLbl="bgShp" presStyleIdx="3" presStyleCnt="4"/>
      <dgm:spPr/>
    </dgm:pt>
    <dgm:pt modelId="{84AF0763-194F-4B81-92AD-4C7CDA9FA6A0}" type="pres">
      <dgm:prSet presAssocID="{CDCA8BDD-D840-4319-9B23-0D484F3D9A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F321AEF-3783-4C90-9598-0D5CA771AFB1}" type="pres">
      <dgm:prSet presAssocID="{CDCA8BDD-D840-4319-9B23-0D484F3D9A91}" presName="spaceRect" presStyleCnt="0"/>
      <dgm:spPr/>
    </dgm:pt>
    <dgm:pt modelId="{230801C0-8A17-47E3-9CCF-4E9BD52E251A}" type="pres">
      <dgm:prSet presAssocID="{CDCA8BDD-D840-4319-9B23-0D484F3D9A9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FE5E615-B490-4E34-921B-00EF3DDB09A0}" type="presOf" srcId="{F63076EA-F74C-47FA-99C7-AB4834EFC0C0}" destId="{E35E5EDF-E15A-43A8-AD8D-5533A5DA0643}" srcOrd="0" destOrd="0" presId="urn:microsoft.com/office/officeart/2018/2/layout/IconVerticalSolidList"/>
    <dgm:cxn modelId="{7017123C-4F2B-4F65-85AA-40FE24DA57D4}" srcId="{E1D71E92-FBE7-46F5-B143-4BF4E47A7320}" destId="{F4C5122A-4922-48A5-8832-DA8BD0E76025}" srcOrd="1" destOrd="0" parTransId="{84508935-C2A0-449A-8D13-BC24BDF020BA}" sibTransId="{5578A319-8365-4E35-80C7-7F28DB62B210}"/>
    <dgm:cxn modelId="{EAE21970-53DC-4E27-AD7B-98E046D603A2}" srcId="{E1D71E92-FBE7-46F5-B143-4BF4E47A7320}" destId="{CDCA8BDD-D840-4319-9B23-0D484F3D9A91}" srcOrd="3" destOrd="0" parTransId="{417B13BA-8AF6-4BD7-8250-754A90531122}" sibTransId="{1FB50B2C-95C8-4746-938F-D23C1E7015A0}"/>
    <dgm:cxn modelId="{AF4FD098-2DC9-4B64-8A42-C0302429BD08}" srcId="{E1D71E92-FBE7-46F5-B143-4BF4E47A7320}" destId="{01AEC5BC-B549-42F3-8434-47C0EB77B78F}" srcOrd="0" destOrd="0" parTransId="{E91C1B86-AF2B-44C8-AE51-A0A414CA4766}" sibTransId="{4DE03660-4060-4787-97D1-5B6D264DA4A6}"/>
    <dgm:cxn modelId="{459364B5-04D5-4B17-A64C-D03A7A87016E}" type="presOf" srcId="{F4C5122A-4922-48A5-8832-DA8BD0E76025}" destId="{D0149441-EE19-4480-B655-B93940F354A1}" srcOrd="0" destOrd="0" presId="urn:microsoft.com/office/officeart/2018/2/layout/IconVerticalSolidList"/>
    <dgm:cxn modelId="{4C7A2BC3-C35D-4851-9924-6DEA27C42C50}" srcId="{E1D71E92-FBE7-46F5-B143-4BF4E47A7320}" destId="{F63076EA-F74C-47FA-99C7-AB4834EFC0C0}" srcOrd="2" destOrd="0" parTransId="{C9BF7329-9C2A-43F9-ABFD-A206DC91D8C8}" sibTransId="{C4DAA00E-308F-41F5-B2B8-32A2AC2D5D73}"/>
    <dgm:cxn modelId="{8C84A9F1-1C48-4E80-AF57-BB946323AEDE}" type="presOf" srcId="{E1D71E92-FBE7-46F5-B143-4BF4E47A7320}" destId="{E8641671-A0C8-4909-BD14-451D5FDAFC2E}" srcOrd="0" destOrd="0" presId="urn:microsoft.com/office/officeart/2018/2/layout/IconVerticalSolidList"/>
    <dgm:cxn modelId="{1BCBC7F6-D499-4CEC-A5FA-46FA8F1803D5}" type="presOf" srcId="{CDCA8BDD-D840-4319-9B23-0D484F3D9A91}" destId="{230801C0-8A17-47E3-9CCF-4E9BD52E251A}" srcOrd="0" destOrd="0" presId="urn:microsoft.com/office/officeart/2018/2/layout/IconVerticalSolidList"/>
    <dgm:cxn modelId="{776E15FA-99EA-4C6C-BC5A-4B0F87416F7A}" type="presOf" srcId="{01AEC5BC-B549-42F3-8434-47C0EB77B78F}" destId="{53CF9B48-8F8F-4E35-9111-DD13D340672B}" srcOrd="0" destOrd="0" presId="urn:microsoft.com/office/officeart/2018/2/layout/IconVerticalSolidList"/>
    <dgm:cxn modelId="{998C4AAC-EABD-4061-893A-8E8B15C514D2}" type="presParOf" srcId="{E8641671-A0C8-4909-BD14-451D5FDAFC2E}" destId="{79B3F384-7912-46D7-B3AC-64F13F0002D6}" srcOrd="0" destOrd="0" presId="urn:microsoft.com/office/officeart/2018/2/layout/IconVerticalSolidList"/>
    <dgm:cxn modelId="{56909903-F6B3-419A-B7C7-38A900225179}" type="presParOf" srcId="{79B3F384-7912-46D7-B3AC-64F13F0002D6}" destId="{86B23E6F-E87B-4C3F-96CA-6736C3497E29}" srcOrd="0" destOrd="0" presId="urn:microsoft.com/office/officeart/2018/2/layout/IconVerticalSolidList"/>
    <dgm:cxn modelId="{8CB0EA42-5020-48BF-BCED-1A741DF8F5D5}" type="presParOf" srcId="{79B3F384-7912-46D7-B3AC-64F13F0002D6}" destId="{2E9E9442-F7B4-4761-9C34-64C0A87882F8}" srcOrd="1" destOrd="0" presId="urn:microsoft.com/office/officeart/2018/2/layout/IconVerticalSolidList"/>
    <dgm:cxn modelId="{2A62D420-5796-4895-838B-55E20EB9DD08}" type="presParOf" srcId="{79B3F384-7912-46D7-B3AC-64F13F0002D6}" destId="{B3BD6419-EE8F-47D5-92D8-449CFC22C022}" srcOrd="2" destOrd="0" presId="urn:microsoft.com/office/officeart/2018/2/layout/IconVerticalSolidList"/>
    <dgm:cxn modelId="{D6E41806-7F0A-4708-88ED-2AB017B6780B}" type="presParOf" srcId="{79B3F384-7912-46D7-B3AC-64F13F0002D6}" destId="{53CF9B48-8F8F-4E35-9111-DD13D340672B}" srcOrd="3" destOrd="0" presId="urn:microsoft.com/office/officeart/2018/2/layout/IconVerticalSolidList"/>
    <dgm:cxn modelId="{49E3BB22-7CB6-4033-81C3-B87541C870FF}" type="presParOf" srcId="{E8641671-A0C8-4909-BD14-451D5FDAFC2E}" destId="{2974FCBC-B1EB-45E4-B546-B9B934412678}" srcOrd="1" destOrd="0" presId="urn:microsoft.com/office/officeart/2018/2/layout/IconVerticalSolidList"/>
    <dgm:cxn modelId="{A3E858E8-B351-4F59-AABF-2A7D1DBB82F5}" type="presParOf" srcId="{E8641671-A0C8-4909-BD14-451D5FDAFC2E}" destId="{05DE4E3B-9B1D-4E72-8B8C-45ED91CACA74}" srcOrd="2" destOrd="0" presId="urn:microsoft.com/office/officeart/2018/2/layout/IconVerticalSolidList"/>
    <dgm:cxn modelId="{82DE2BF4-ACA2-42B0-B788-AA0E8087F6A3}" type="presParOf" srcId="{05DE4E3B-9B1D-4E72-8B8C-45ED91CACA74}" destId="{67B5B117-1D0A-4A18-BB70-0FA1965A7FFD}" srcOrd="0" destOrd="0" presId="urn:microsoft.com/office/officeart/2018/2/layout/IconVerticalSolidList"/>
    <dgm:cxn modelId="{4B2D43A2-6554-4872-BADB-5276F56BCFA0}" type="presParOf" srcId="{05DE4E3B-9B1D-4E72-8B8C-45ED91CACA74}" destId="{3CAFB4EC-DE8E-4EF2-BC40-066ED27AED02}" srcOrd="1" destOrd="0" presId="urn:microsoft.com/office/officeart/2018/2/layout/IconVerticalSolidList"/>
    <dgm:cxn modelId="{A33C7E8E-CABE-4430-9463-EB09D690DA95}" type="presParOf" srcId="{05DE4E3B-9B1D-4E72-8B8C-45ED91CACA74}" destId="{3A7DCB79-03FE-457F-9531-0F324FDD6627}" srcOrd="2" destOrd="0" presId="urn:microsoft.com/office/officeart/2018/2/layout/IconVerticalSolidList"/>
    <dgm:cxn modelId="{C2CEE139-4116-4183-BE8B-8AAAA7C1FC75}" type="presParOf" srcId="{05DE4E3B-9B1D-4E72-8B8C-45ED91CACA74}" destId="{D0149441-EE19-4480-B655-B93940F354A1}" srcOrd="3" destOrd="0" presId="urn:microsoft.com/office/officeart/2018/2/layout/IconVerticalSolidList"/>
    <dgm:cxn modelId="{8C3EDC0A-DB6F-401D-AFDF-2C3359F7579D}" type="presParOf" srcId="{E8641671-A0C8-4909-BD14-451D5FDAFC2E}" destId="{A5DF3976-E843-42EE-B07D-F5005CBF9E00}" srcOrd="3" destOrd="0" presId="urn:microsoft.com/office/officeart/2018/2/layout/IconVerticalSolidList"/>
    <dgm:cxn modelId="{65CA1547-6AC1-4038-8D2B-3F49943B8490}" type="presParOf" srcId="{E8641671-A0C8-4909-BD14-451D5FDAFC2E}" destId="{65ACF54F-3CA9-43F0-A363-3FC29B319407}" srcOrd="4" destOrd="0" presId="urn:microsoft.com/office/officeart/2018/2/layout/IconVerticalSolidList"/>
    <dgm:cxn modelId="{FCC1FE3D-E513-4FC9-9D27-DC7A370DFA80}" type="presParOf" srcId="{65ACF54F-3CA9-43F0-A363-3FC29B319407}" destId="{0216229B-914B-44C5-B4A2-2C0F431303A2}" srcOrd="0" destOrd="0" presId="urn:microsoft.com/office/officeart/2018/2/layout/IconVerticalSolidList"/>
    <dgm:cxn modelId="{F985CF70-3D15-40A5-A128-AA205967A508}" type="presParOf" srcId="{65ACF54F-3CA9-43F0-A363-3FC29B319407}" destId="{60B7EE62-F552-4577-AC5F-0F6D92DC4E51}" srcOrd="1" destOrd="0" presId="urn:microsoft.com/office/officeart/2018/2/layout/IconVerticalSolidList"/>
    <dgm:cxn modelId="{47488BD0-EA79-407D-9341-FB10F4A7FDBA}" type="presParOf" srcId="{65ACF54F-3CA9-43F0-A363-3FC29B319407}" destId="{C849CF82-34DB-4016-BB4C-A46A8349A068}" srcOrd="2" destOrd="0" presId="urn:microsoft.com/office/officeart/2018/2/layout/IconVerticalSolidList"/>
    <dgm:cxn modelId="{D5D52828-4156-4667-B3A5-89650CB38EA1}" type="presParOf" srcId="{65ACF54F-3CA9-43F0-A363-3FC29B319407}" destId="{E35E5EDF-E15A-43A8-AD8D-5533A5DA0643}" srcOrd="3" destOrd="0" presId="urn:microsoft.com/office/officeart/2018/2/layout/IconVerticalSolidList"/>
    <dgm:cxn modelId="{9B0DDB01-7988-4768-A5B5-E1EA6F7CD895}" type="presParOf" srcId="{E8641671-A0C8-4909-BD14-451D5FDAFC2E}" destId="{827F439F-C396-4DF6-B433-9CB0A5059694}" srcOrd="5" destOrd="0" presId="urn:microsoft.com/office/officeart/2018/2/layout/IconVerticalSolidList"/>
    <dgm:cxn modelId="{49953D01-7C7F-4243-971F-A8BF2F1322DE}" type="presParOf" srcId="{E8641671-A0C8-4909-BD14-451D5FDAFC2E}" destId="{1B1846D7-1A93-48D1-9AF6-D1D305AC31C8}" srcOrd="6" destOrd="0" presId="urn:microsoft.com/office/officeart/2018/2/layout/IconVerticalSolidList"/>
    <dgm:cxn modelId="{00718AAD-4A00-440F-9687-3A3178C4ED4B}" type="presParOf" srcId="{1B1846D7-1A93-48D1-9AF6-D1D305AC31C8}" destId="{78922DB2-04C8-4352-B140-9BCB946D2BF0}" srcOrd="0" destOrd="0" presId="urn:microsoft.com/office/officeart/2018/2/layout/IconVerticalSolidList"/>
    <dgm:cxn modelId="{F67A008E-FFA1-483A-B05F-6FB917282193}" type="presParOf" srcId="{1B1846D7-1A93-48D1-9AF6-D1D305AC31C8}" destId="{84AF0763-194F-4B81-92AD-4C7CDA9FA6A0}" srcOrd="1" destOrd="0" presId="urn:microsoft.com/office/officeart/2018/2/layout/IconVerticalSolidList"/>
    <dgm:cxn modelId="{D3AC5208-C779-47DF-907C-87EA32B9FAA3}" type="presParOf" srcId="{1B1846D7-1A93-48D1-9AF6-D1D305AC31C8}" destId="{8F321AEF-3783-4C90-9598-0D5CA771AFB1}" srcOrd="2" destOrd="0" presId="urn:microsoft.com/office/officeart/2018/2/layout/IconVerticalSolidList"/>
    <dgm:cxn modelId="{9CEC233F-CFB3-4BD5-B1A6-D0BA2494B519}" type="presParOf" srcId="{1B1846D7-1A93-48D1-9AF6-D1D305AC31C8}" destId="{230801C0-8A17-47E3-9CCF-4E9BD52E25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98D192-3EEA-4511-99DF-BC6D4D96E0A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42A284-9D28-4B66-8399-8DFC47627E4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Professional &amp; Career Advancement.</a:t>
          </a:r>
          <a:endParaRPr lang="en-US"/>
        </a:p>
      </dgm:t>
    </dgm:pt>
    <dgm:pt modelId="{13F132BC-1285-4ABA-AECC-505658120EB1}" type="parTrans" cxnId="{EBDC32C7-0DD0-49D3-B4E5-208AB8D23012}">
      <dgm:prSet/>
      <dgm:spPr/>
      <dgm:t>
        <a:bodyPr/>
        <a:lstStyle/>
        <a:p>
          <a:endParaRPr lang="en-US"/>
        </a:p>
      </dgm:t>
    </dgm:pt>
    <dgm:pt modelId="{B6ABE920-C7A9-4318-A209-219E51B67812}" type="sibTrans" cxnId="{EBDC32C7-0DD0-49D3-B4E5-208AB8D23012}">
      <dgm:prSet/>
      <dgm:spPr/>
      <dgm:t>
        <a:bodyPr/>
        <a:lstStyle/>
        <a:p>
          <a:endParaRPr lang="en-US"/>
        </a:p>
      </dgm:t>
    </dgm:pt>
    <dgm:pt modelId="{AADD126A-7D2F-4DBD-8406-BF587A95EAA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Promotes Global Networking .</a:t>
          </a:r>
          <a:endParaRPr lang="en-US"/>
        </a:p>
      </dgm:t>
    </dgm:pt>
    <dgm:pt modelId="{8AB175C9-4F71-4B8E-A39B-E856F7E39E32}" type="parTrans" cxnId="{C95D27F0-C2F3-4039-B237-F31149B86B46}">
      <dgm:prSet/>
      <dgm:spPr/>
      <dgm:t>
        <a:bodyPr/>
        <a:lstStyle/>
        <a:p>
          <a:endParaRPr lang="en-US"/>
        </a:p>
      </dgm:t>
    </dgm:pt>
    <dgm:pt modelId="{2BF4C52E-260A-4C35-A159-1A3FDA814A1D}" type="sibTrans" cxnId="{C95D27F0-C2F3-4039-B237-F31149B86B46}">
      <dgm:prSet/>
      <dgm:spPr/>
      <dgm:t>
        <a:bodyPr/>
        <a:lstStyle/>
        <a:p>
          <a:endParaRPr lang="en-US"/>
        </a:p>
      </dgm:t>
    </dgm:pt>
    <dgm:pt modelId="{1D1E3100-4FCF-439E-AA66-C3AED471ECE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Supports Research and Innovation.</a:t>
          </a:r>
          <a:endParaRPr lang="en-US"/>
        </a:p>
      </dgm:t>
    </dgm:pt>
    <dgm:pt modelId="{52DAA8AE-F6F4-4221-A3C6-27C8717C7CCF}" type="parTrans" cxnId="{1D1E3DA0-089D-45ED-9384-F587791EC44F}">
      <dgm:prSet/>
      <dgm:spPr/>
      <dgm:t>
        <a:bodyPr/>
        <a:lstStyle/>
        <a:p>
          <a:endParaRPr lang="en-US"/>
        </a:p>
      </dgm:t>
    </dgm:pt>
    <dgm:pt modelId="{B62D5E69-C6B9-4DC4-8E64-02A298715E4D}" type="sibTrans" cxnId="{1D1E3DA0-089D-45ED-9384-F587791EC44F}">
      <dgm:prSet/>
      <dgm:spPr/>
      <dgm:t>
        <a:bodyPr/>
        <a:lstStyle/>
        <a:p>
          <a:endParaRPr lang="en-US"/>
        </a:p>
      </dgm:t>
    </dgm:pt>
    <dgm:pt modelId="{5977C5D8-CC53-4A9C-A164-BCC212FA755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Builds Technical Skills.</a:t>
          </a:r>
          <a:endParaRPr lang="en-US"/>
        </a:p>
      </dgm:t>
    </dgm:pt>
    <dgm:pt modelId="{6BED435B-D7E6-44C5-B733-3C0E00AA0A7D}" type="parTrans" cxnId="{F4734B5C-BE52-442D-8E9F-7852F6786D8F}">
      <dgm:prSet/>
      <dgm:spPr/>
      <dgm:t>
        <a:bodyPr/>
        <a:lstStyle/>
        <a:p>
          <a:endParaRPr lang="en-US"/>
        </a:p>
      </dgm:t>
    </dgm:pt>
    <dgm:pt modelId="{A0F08FB2-1C62-4EEB-B201-43D541828695}" type="sibTrans" cxnId="{F4734B5C-BE52-442D-8E9F-7852F6786D8F}">
      <dgm:prSet/>
      <dgm:spPr/>
      <dgm:t>
        <a:bodyPr/>
        <a:lstStyle/>
        <a:p>
          <a:endParaRPr lang="en-US"/>
        </a:p>
      </dgm:t>
    </dgm:pt>
    <dgm:pt modelId="{20949AB2-FFF4-4E39-A452-FD76A189F856}" type="pres">
      <dgm:prSet presAssocID="{8F98D192-3EEA-4511-99DF-BC6D4D96E0AA}" presName="root" presStyleCnt="0">
        <dgm:presLayoutVars>
          <dgm:dir/>
          <dgm:resizeHandles val="exact"/>
        </dgm:presLayoutVars>
      </dgm:prSet>
      <dgm:spPr/>
    </dgm:pt>
    <dgm:pt modelId="{350161B0-3C09-475D-B13A-B3387E9762C7}" type="pres">
      <dgm:prSet presAssocID="{9742A284-9D28-4B66-8399-8DFC47627E4C}" presName="compNode" presStyleCnt="0"/>
      <dgm:spPr/>
    </dgm:pt>
    <dgm:pt modelId="{4F7F9301-3D34-4691-A4FF-B7B1A4F37E7F}" type="pres">
      <dgm:prSet presAssocID="{9742A284-9D28-4B66-8399-8DFC47627E4C}" presName="bgRect" presStyleLbl="bgShp" presStyleIdx="0" presStyleCnt="4"/>
      <dgm:spPr/>
    </dgm:pt>
    <dgm:pt modelId="{9BEEE86C-191B-4458-B448-9182643DC617}" type="pres">
      <dgm:prSet presAssocID="{9742A284-9D28-4B66-8399-8DFC47627E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0B07B51-FF2D-49B4-A76D-3548692A424E}" type="pres">
      <dgm:prSet presAssocID="{9742A284-9D28-4B66-8399-8DFC47627E4C}" presName="spaceRect" presStyleCnt="0"/>
      <dgm:spPr/>
    </dgm:pt>
    <dgm:pt modelId="{2B28CC35-01E0-4EFF-9AE4-FA1D2D4C5A59}" type="pres">
      <dgm:prSet presAssocID="{9742A284-9D28-4B66-8399-8DFC47627E4C}" presName="parTx" presStyleLbl="revTx" presStyleIdx="0" presStyleCnt="4">
        <dgm:presLayoutVars>
          <dgm:chMax val="0"/>
          <dgm:chPref val="0"/>
        </dgm:presLayoutVars>
      </dgm:prSet>
      <dgm:spPr/>
    </dgm:pt>
    <dgm:pt modelId="{690765D8-1679-4ADD-8833-3320B42ABBF1}" type="pres">
      <dgm:prSet presAssocID="{B6ABE920-C7A9-4318-A209-219E51B67812}" presName="sibTrans" presStyleCnt="0"/>
      <dgm:spPr/>
    </dgm:pt>
    <dgm:pt modelId="{88B89633-12F9-4250-8C07-74CE4E254CB5}" type="pres">
      <dgm:prSet presAssocID="{AADD126A-7D2F-4DBD-8406-BF587A95EAA1}" presName="compNode" presStyleCnt="0"/>
      <dgm:spPr/>
    </dgm:pt>
    <dgm:pt modelId="{E5D87178-7394-4F2C-9BF3-CFF3A4648E41}" type="pres">
      <dgm:prSet presAssocID="{AADD126A-7D2F-4DBD-8406-BF587A95EAA1}" presName="bgRect" presStyleLbl="bgShp" presStyleIdx="1" presStyleCnt="4"/>
      <dgm:spPr/>
    </dgm:pt>
    <dgm:pt modelId="{E6E93D69-BC67-490D-AB9F-4157B417E50C}" type="pres">
      <dgm:prSet presAssocID="{AADD126A-7D2F-4DBD-8406-BF587A95EA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776F487E-D4F3-4760-B011-867C84F1BD08}" type="pres">
      <dgm:prSet presAssocID="{AADD126A-7D2F-4DBD-8406-BF587A95EAA1}" presName="spaceRect" presStyleCnt="0"/>
      <dgm:spPr/>
    </dgm:pt>
    <dgm:pt modelId="{08AD2F1A-281D-41DB-886D-DA14DF7ADDD5}" type="pres">
      <dgm:prSet presAssocID="{AADD126A-7D2F-4DBD-8406-BF587A95EAA1}" presName="parTx" presStyleLbl="revTx" presStyleIdx="1" presStyleCnt="4">
        <dgm:presLayoutVars>
          <dgm:chMax val="0"/>
          <dgm:chPref val="0"/>
        </dgm:presLayoutVars>
      </dgm:prSet>
      <dgm:spPr/>
    </dgm:pt>
    <dgm:pt modelId="{7399F446-55AC-46EA-9B74-47863F84B9FC}" type="pres">
      <dgm:prSet presAssocID="{2BF4C52E-260A-4C35-A159-1A3FDA814A1D}" presName="sibTrans" presStyleCnt="0"/>
      <dgm:spPr/>
    </dgm:pt>
    <dgm:pt modelId="{45612FC4-B6A6-448D-93D3-B7DC4B10AD50}" type="pres">
      <dgm:prSet presAssocID="{1D1E3100-4FCF-439E-AA66-C3AED471ECE6}" presName="compNode" presStyleCnt="0"/>
      <dgm:spPr/>
    </dgm:pt>
    <dgm:pt modelId="{CD4BFDEE-1F22-4905-B3D5-4C5E0D6055EA}" type="pres">
      <dgm:prSet presAssocID="{1D1E3100-4FCF-439E-AA66-C3AED471ECE6}" presName="bgRect" presStyleLbl="bgShp" presStyleIdx="2" presStyleCnt="4"/>
      <dgm:spPr/>
    </dgm:pt>
    <dgm:pt modelId="{11B90883-F7C6-45FD-88F3-9DE041C97E01}" type="pres">
      <dgm:prSet presAssocID="{1D1E3100-4FCF-439E-AA66-C3AED471EC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80CE82D1-B2CD-4A83-B123-6C700394D632}" type="pres">
      <dgm:prSet presAssocID="{1D1E3100-4FCF-439E-AA66-C3AED471ECE6}" presName="spaceRect" presStyleCnt="0"/>
      <dgm:spPr/>
    </dgm:pt>
    <dgm:pt modelId="{883C440B-E16A-48E8-9192-F884755E25B7}" type="pres">
      <dgm:prSet presAssocID="{1D1E3100-4FCF-439E-AA66-C3AED471ECE6}" presName="parTx" presStyleLbl="revTx" presStyleIdx="2" presStyleCnt="4">
        <dgm:presLayoutVars>
          <dgm:chMax val="0"/>
          <dgm:chPref val="0"/>
        </dgm:presLayoutVars>
      </dgm:prSet>
      <dgm:spPr/>
    </dgm:pt>
    <dgm:pt modelId="{0C822BB2-A005-4300-8B62-D570B7F1BB16}" type="pres">
      <dgm:prSet presAssocID="{B62D5E69-C6B9-4DC4-8E64-02A298715E4D}" presName="sibTrans" presStyleCnt="0"/>
      <dgm:spPr/>
    </dgm:pt>
    <dgm:pt modelId="{72E8E4D3-EECF-458B-9372-AC88FD97F4A1}" type="pres">
      <dgm:prSet presAssocID="{5977C5D8-CC53-4A9C-A164-BCC212FA7557}" presName="compNode" presStyleCnt="0"/>
      <dgm:spPr/>
    </dgm:pt>
    <dgm:pt modelId="{784E2D9F-38F8-405F-B670-BDD8E4AE397F}" type="pres">
      <dgm:prSet presAssocID="{5977C5D8-CC53-4A9C-A164-BCC212FA7557}" presName="bgRect" presStyleLbl="bgShp" presStyleIdx="3" presStyleCnt="4"/>
      <dgm:spPr/>
    </dgm:pt>
    <dgm:pt modelId="{1DADFE3F-701F-475D-9702-93834166C3FA}" type="pres">
      <dgm:prSet presAssocID="{5977C5D8-CC53-4A9C-A164-BCC212FA75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19127256-9651-41FB-84F5-A624DF64D2F0}" type="pres">
      <dgm:prSet presAssocID="{5977C5D8-CC53-4A9C-A164-BCC212FA7557}" presName="spaceRect" presStyleCnt="0"/>
      <dgm:spPr/>
    </dgm:pt>
    <dgm:pt modelId="{CD94458E-B79F-440B-BB61-7C294E732C6F}" type="pres">
      <dgm:prSet presAssocID="{5977C5D8-CC53-4A9C-A164-BCC212FA755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8B9017-6DE9-4F95-A1FE-5B54DFD91B2E}" type="presOf" srcId="{AADD126A-7D2F-4DBD-8406-BF587A95EAA1}" destId="{08AD2F1A-281D-41DB-886D-DA14DF7ADDD5}" srcOrd="0" destOrd="0" presId="urn:microsoft.com/office/officeart/2018/2/layout/IconVerticalSolidList"/>
    <dgm:cxn modelId="{3516B93C-46E7-4914-8F1E-BB87B8CF422C}" type="presOf" srcId="{5977C5D8-CC53-4A9C-A164-BCC212FA7557}" destId="{CD94458E-B79F-440B-BB61-7C294E732C6F}" srcOrd="0" destOrd="0" presId="urn:microsoft.com/office/officeart/2018/2/layout/IconVerticalSolidList"/>
    <dgm:cxn modelId="{F4734B5C-BE52-442D-8E9F-7852F6786D8F}" srcId="{8F98D192-3EEA-4511-99DF-BC6D4D96E0AA}" destId="{5977C5D8-CC53-4A9C-A164-BCC212FA7557}" srcOrd="3" destOrd="0" parTransId="{6BED435B-D7E6-44C5-B733-3C0E00AA0A7D}" sibTransId="{A0F08FB2-1C62-4EEB-B201-43D541828695}"/>
    <dgm:cxn modelId="{1D1E3DA0-089D-45ED-9384-F587791EC44F}" srcId="{8F98D192-3EEA-4511-99DF-BC6D4D96E0AA}" destId="{1D1E3100-4FCF-439E-AA66-C3AED471ECE6}" srcOrd="2" destOrd="0" parTransId="{52DAA8AE-F6F4-4221-A3C6-27C8717C7CCF}" sibTransId="{B62D5E69-C6B9-4DC4-8E64-02A298715E4D}"/>
    <dgm:cxn modelId="{2A031AB6-F3AC-4169-87DC-01B3BACEB348}" type="presOf" srcId="{1D1E3100-4FCF-439E-AA66-C3AED471ECE6}" destId="{883C440B-E16A-48E8-9192-F884755E25B7}" srcOrd="0" destOrd="0" presId="urn:microsoft.com/office/officeart/2018/2/layout/IconVerticalSolidList"/>
    <dgm:cxn modelId="{1B6BCDBA-AB7B-42B2-9805-CFD820B94CCE}" type="presOf" srcId="{8F98D192-3EEA-4511-99DF-BC6D4D96E0AA}" destId="{20949AB2-FFF4-4E39-A452-FD76A189F856}" srcOrd="0" destOrd="0" presId="urn:microsoft.com/office/officeart/2018/2/layout/IconVerticalSolidList"/>
    <dgm:cxn modelId="{EBDC32C7-0DD0-49D3-B4E5-208AB8D23012}" srcId="{8F98D192-3EEA-4511-99DF-BC6D4D96E0AA}" destId="{9742A284-9D28-4B66-8399-8DFC47627E4C}" srcOrd="0" destOrd="0" parTransId="{13F132BC-1285-4ABA-AECC-505658120EB1}" sibTransId="{B6ABE920-C7A9-4318-A209-219E51B67812}"/>
    <dgm:cxn modelId="{C95D27F0-C2F3-4039-B237-F31149B86B46}" srcId="{8F98D192-3EEA-4511-99DF-BC6D4D96E0AA}" destId="{AADD126A-7D2F-4DBD-8406-BF587A95EAA1}" srcOrd="1" destOrd="0" parTransId="{8AB175C9-4F71-4B8E-A39B-E856F7E39E32}" sibTransId="{2BF4C52E-260A-4C35-A159-1A3FDA814A1D}"/>
    <dgm:cxn modelId="{F9EB49F9-2664-44E3-9F11-ED6E344A6A47}" type="presOf" srcId="{9742A284-9D28-4B66-8399-8DFC47627E4C}" destId="{2B28CC35-01E0-4EFF-9AE4-FA1D2D4C5A59}" srcOrd="0" destOrd="0" presId="urn:microsoft.com/office/officeart/2018/2/layout/IconVerticalSolidList"/>
    <dgm:cxn modelId="{41597EE6-F87D-494A-BBC4-6796C53DBECA}" type="presParOf" srcId="{20949AB2-FFF4-4E39-A452-FD76A189F856}" destId="{350161B0-3C09-475D-B13A-B3387E9762C7}" srcOrd="0" destOrd="0" presId="urn:microsoft.com/office/officeart/2018/2/layout/IconVerticalSolidList"/>
    <dgm:cxn modelId="{ABF4D00C-E927-4B8F-8DD8-2BF07D44208A}" type="presParOf" srcId="{350161B0-3C09-475D-B13A-B3387E9762C7}" destId="{4F7F9301-3D34-4691-A4FF-B7B1A4F37E7F}" srcOrd="0" destOrd="0" presId="urn:microsoft.com/office/officeart/2018/2/layout/IconVerticalSolidList"/>
    <dgm:cxn modelId="{ED637A02-F616-4B0F-A474-213458A5E85A}" type="presParOf" srcId="{350161B0-3C09-475D-B13A-B3387E9762C7}" destId="{9BEEE86C-191B-4458-B448-9182643DC617}" srcOrd="1" destOrd="0" presId="urn:microsoft.com/office/officeart/2018/2/layout/IconVerticalSolidList"/>
    <dgm:cxn modelId="{97BDA854-9E5E-478D-9800-6B50D9D69301}" type="presParOf" srcId="{350161B0-3C09-475D-B13A-B3387E9762C7}" destId="{40B07B51-FF2D-49B4-A76D-3548692A424E}" srcOrd="2" destOrd="0" presId="urn:microsoft.com/office/officeart/2018/2/layout/IconVerticalSolidList"/>
    <dgm:cxn modelId="{DAF9B6DA-3826-428C-9248-65936ECDFBCD}" type="presParOf" srcId="{350161B0-3C09-475D-B13A-B3387E9762C7}" destId="{2B28CC35-01E0-4EFF-9AE4-FA1D2D4C5A59}" srcOrd="3" destOrd="0" presId="urn:microsoft.com/office/officeart/2018/2/layout/IconVerticalSolidList"/>
    <dgm:cxn modelId="{5998278B-BB9A-4EEE-922C-F697506CD116}" type="presParOf" srcId="{20949AB2-FFF4-4E39-A452-FD76A189F856}" destId="{690765D8-1679-4ADD-8833-3320B42ABBF1}" srcOrd="1" destOrd="0" presId="urn:microsoft.com/office/officeart/2018/2/layout/IconVerticalSolidList"/>
    <dgm:cxn modelId="{B3517036-A2E3-46B4-95D8-ED4657D504BE}" type="presParOf" srcId="{20949AB2-FFF4-4E39-A452-FD76A189F856}" destId="{88B89633-12F9-4250-8C07-74CE4E254CB5}" srcOrd="2" destOrd="0" presId="urn:microsoft.com/office/officeart/2018/2/layout/IconVerticalSolidList"/>
    <dgm:cxn modelId="{9DE8F62F-9342-4A5F-B5AC-5E8C0CA83394}" type="presParOf" srcId="{88B89633-12F9-4250-8C07-74CE4E254CB5}" destId="{E5D87178-7394-4F2C-9BF3-CFF3A4648E41}" srcOrd="0" destOrd="0" presId="urn:microsoft.com/office/officeart/2018/2/layout/IconVerticalSolidList"/>
    <dgm:cxn modelId="{9717B5E6-762F-41D8-9D3C-18590A3C6236}" type="presParOf" srcId="{88B89633-12F9-4250-8C07-74CE4E254CB5}" destId="{E6E93D69-BC67-490D-AB9F-4157B417E50C}" srcOrd="1" destOrd="0" presId="urn:microsoft.com/office/officeart/2018/2/layout/IconVerticalSolidList"/>
    <dgm:cxn modelId="{99081DA6-63DC-4F7D-A549-48B0A59B802F}" type="presParOf" srcId="{88B89633-12F9-4250-8C07-74CE4E254CB5}" destId="{776F487E-D4F3-4760-B011-867C84F1BD08}" srcOrd="2" destOrd="0" presId="urn:microsoft.com/office/officeart/2018/2/layout/IconVerticalSolidList"/>
    <dgm:cxn modelId="{855CA1E2-C622-4D80-B38A-D4ED7FB5AB72}" type="presParOf" srcId="{88B89633-12F9-4250-8C07-74CE4E254CB5}" destId="{08AD2F1A-281D-41DB-886D-DA14DF7ADDD5}" srcOrd="3" destOrd="0" presId="urn:microsoft.com/office/officeart/2018/2/layout/IconVerticalSolidList"/>
    <dgm:cxn modelId="{6BBD0283-59D4-4ECE-A17E-BF723FF0628D}" type="presParOf" srcId="{20949AB2-FFF4-4E39-A452-FD76A189F856}" destId="{7399F446-55AC-46EA-9B74-47863F84B9FC}" srcOrd="3" destOrd="0" presId="urn:microsoft.com/office/officeart/2018/2/layout/IconVerticalSolidList"/>
    <dgm:cxn modelId="{D0982270-A713-4015-B5AB-095B2A99A6AD}" type="presParOf" srcId="{20949AB2-FFF4-4E39-A452-FD76A189F856}" destId="{45612FC4-B6A6-448D-93D3-B7DC4B10AD50}" srcOrd="4" destOrd="0" presId="urn:microsoft.com/office/officeart/2018/2/layout/IconVerticalSolidList"/>
    <dgm:cxn modelId="{E2D5F4DF-D44D-410B-B32D-DB9EB89297BA}" type="presParOf" srcId="{45612FC4-B6A6-448D-93D3-B7DC4B10AD50}" destId="{CD4BFDEE-1F22-4905-B3D5-4C5E0D6055EA}" srcOrd="0" destOrd="0" presId="urn:microsoft.com/office/officeart/2018/2/layout/IconVerticalSolidList"/>
    <dgm:cxn modelId="{71A10AEE-1DAD-46E9-AE51-B7E0F45345D6}" type="presParOf" srcId="{45612FC4-B6A6-448D-93D3-B7DC4B10AD50}" destId="{11B90883-F7C6-45FD-88F3-9DE041C97E01}" srcOrd="1" destOrd="0" presId="urn:microsoft.com/office/officeart/2018/2/layout/IconVerticalSolidList"/>
    <dgm:cxn modelId="{04D88F66-D723-4312-9718-B6896433C2BC}" type="presParOf" srcId="{45612FC4-B6A6-448D-93D3-B7DC4B10AD50}" destId="{80CE82D1-B2CD-4A83-B123-6C700394D632}" srcOrd="2" destOrd="0" presId="urn:microsoft.com/office/officeart/2018/2/layout/IconVerticalSolidList"/>
    <dgm:cxn modelId="{A7185D74-598B-41A6-AC0C-DF5849833B28}" type="presParOf" srcId="{45612FC4-B6A6-448D-93D3-B7DC4B10AD50}" destId="{883C440B-E16A-48E8-9192-F884755E25B7}" srcOrd="3" destOrd="0" presId="urn:microsoft.com/office/officeart/2018/2/layout/IconVerticalSolidList"/>
    <dgm:cxn modelId="{CEF29F01-1821-4FCB-AEEB-5164B4DA93C9}" type="presParOf" srcId="{20949AB2-FFF4-4E39-A452-FD76A189F856}" destId="{0C822BB2-A005-4300-8B62-D570B7F1BB16}" srcOrd="5" destOrd="0" presId="urn:microsoft.com/office/officeart/2018/2/layout/IconVerticalSolidList"/>
    <dgm:cxn modelId="{9ECB476F-8004-4E86-B163-C00ABB550FF9}" type="presParOf" srcId="{20949AB2-FFF4-4E39-A452-FD76A189F856}" destId="{72E8E4D3-EECF-458B-9372-AC88FD97F4A1}" srcOrd="6" destOrd="0" presId="urn:microsoft.com/office/officeart/2018/2/layout/IconVerticalSolidList"/>
    <dgm:cxn modelId="{CA9B1CF8-132D-4EB6-8768-70FE627960EC}" type="presParOf" srcId="{72E8E4D3-EECF-458B-9372-AC88FD97F4A1}" destId="{784E2D9F-38F8-405F-B670-BDD8E4AE397F}" srcOrd="0" destOrd="0" presId="urn:microsoft.com/office/officeart/2018/2/layout/IconVerticalSolidList"/>
    <dgm:cxn modelId="{642B1F18-9688-47BC-A6F7-EC1AB614CC05}" type="presParOf" srcId="{72E8E4D3-EECF-458B-9372-AC88FD97F4A1}" destId="{1DADFE3F-701F-475D-9702-93834166C3FA}" srcOrd="1" destOrd="0" presId="urn:microsoft.com/office/officeart/2018/2/layout/IconVerticalSolidList"/>
    <dgm:cxn modelId="{B371E7A5-45FE-4292-97A7-E67B6D55E9CD}" type="presParOf" srcId="{72E8E4D3-EECF-458B-9372-AC88FD97F4A1}" destId="{19127256-9651-41FB-84F5-A624DF64D2F0}" srcOrd="2" destOrd="0" presId="urn:microsoft.com/office/officeart/2018/2/layout/IconVerticalSolidList"/>
    <dgm:cxn modelId="{829F4186-C6BE-4DF6-89EE-1C73B1F52D56}" type="presParOf" srcId="{72E8E4D3-EECF-458B-9372-AC88FD97F4A1}" destId="{CD94458E-B79F-440B-BB61-7C294E732C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CB4830-BFAB-4DF3-BD31-C85649BC434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EF4303-2463-4341-B9F9-5440F53156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Offers over 16,000+ video courses in many fields (technology, business, design, etc.)</a:t>
          </a:r>
        </a:p>
      </dgm:t>
    </dgm:pt>
    <dgm:pt modelId="{93BAC0D4-55C7-43D9-BE95-C736623D14F7}" type="parTrans" cxnId="{35C42060-20EE-49E2-9C7C-6BAFF6793FEB}">
      <dgm:prSet/>
      <dgm:spPr/>
      <dgm:t>
        <a:bodyPr/>
        <a:lstStyle/>
        <a:p>
          <a:endParaRPr lang="en-US"/>
        </a:p>
      </dgm:t>
    </dgm:pt>
    <dgm:pt modelId="{830B9470-87A7-45AA-9738-E101F830AA08}" type="sibTrans" cxnId="{35C42060-20EE-49E2-9C7C-6BAFF6793FEB}">
      <dgm:prSet/>
      <dgm:spPr/>
      <dgm:t>
        <a:bodyPr/>
        <a:lstStyle/>
        <a:p>
          <a:endParaRPr lang="en-US"/>
        </a:p>
      </dgm:t>
    </dgm:pt>
    <dgm:pt modelId="{9F3B3B04-252A-4640-84D5-3C447C67D9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Courses are available in multiple languages</a:t>
          </a:r>
        </a:p>
      </dgm:t>
    </dgm:pt>
    <dgm:pt modelId="{46112E64-7445-44CE-8CAB-1F0B8EC63D08}" type="parTrans" cxnId="{ED35B46A-F40F-42DC-AD78-E447D8D42998}">
      <dgm:prSet/>
      <dgm:spPr/>
      <dgm:t>
        <a:bodyPr/>
        <a:lstStyle/>
        <a:p>
          <a:endParaRPr lang="en-US"/>
        </a:p>
      </dgm:t>
    </dgm:pt>
    <dgm:pt modelId="{1C6B19DF-6C53-41CB-838D-9938B633DA01}" type="sibTrans" cxnId="{ED35B46A-F40F-42DC-AD78-E447D8D42998}">
      <dgm:prSet/>
      <dgm:spPr/>
      <dgm:t>
        <a:bodyPr/>
        <a:lstStyle/>
        <a:p>
          <a:endParaRPr lang="en-US"/>
        </a:p>
      </dgm:t>
    </dgm:pt>
    <dgm:pt modelId="{F594559F-B938-48AF-9C31-802C47791F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Learners can get certificates after completing courses</a:t>
          </a:r>
        </a:p>
      </dgm:t>
    </dgm:pt>
    <dgm:pt modelId="{F401BEB3-863F-4A98-91DB-D06E36A98184}" type="parTrans" cxnId="{31A28A05-FEC0-44E6-B55A-1BCA3A2A8E83}">
      <dgm:prSet/>
      <dgm:spPr/>
      <dgm:t>
        <a:bodyPr/>
        <a:lstStyle/>
        <a:p>
          <a:endParaRPr lang="en-US"/>
        </a:p>
      </dgm:t>
    </dgm:pt>
    <dgm:pt modelId="{3B2DA3E9-ACD5-4B6D-AEF0-4E332E6B7977}" type="sibTrans" cxnId="{31A28A05-FEC0-44E6-B55A-1BCA3A2A8E83}">
      <dgm:prSet/>
      <dgm:spPr/>
      <dgm:t>
        <a:bodyPr/>
        <a:lstStyle/>
        <a:p>
          <a:endParaRPr lang="en-US"/>
        </a:p>
      </dgm:t>
    </dgm:pt>
    <dgm:pt modelId="{66106AE8-8642-428B-9476-FE3494D1CB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Personalized recommendations based on your career interests</a:t>
          </a:r>
        </a:p>
      </dgm:t>
    </dgm:pt>
    <dgm:pt modelId="{77354C75-F473-4161-8450-D64987D976F7}" type="parTrans" cxnId="{53FB3CD3-F7B4-4FF1-AD81-E8F8EF8D8D6D}">
      <dgm:prSet/>
      <dgm:spPr/>
      <dgm:t>
        <a:bodyPr/>
        <a:lstStyle/>
        <a:p>
          <a:endParaRPr lang="en-US"/>
        </a:p>
      </dgm:t>
    </dgm:pt>
    <dgm:pt modelId="{167EEBE7-39DD-4D7A-8ECD-719972EA18EC}" type="sibTrans" cxnId="{53FB3CD3-F7B4-4FF1-AD81-E8F8EF8D8D6D}">
      <dgm:prSet/>
      <dgm:spPr/>
      <dgm:t>
        <a:bodyPr/>
        <a:lstStyle/>
        <a:p>
          <a:endParaRPr lang="en-US"/>
        </a:p>
      </dgm:t>
    </dgm:pt>
    <dgm:pt modelId="{3F33198C-47A2-45B9-9AE1-45F626031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Download videos for offline learning</a:t>
          </a:r>
        </a:p>
      </dgm:t>
    </dgm:pt>
    <dgm:pt modelId="{1B0D47FC-8CE1-4E56-9C9A-E9D149B31B14}" type="parTrans" cxnId="{2AF9C0F7-C2C3-4B59-BD8E-60EFE11289CC}">
      <dgm:prSet/>
      <dgm:spPr/>
      <dgm:t>
        <a:bodyPr/>
        <a:lstStyle/>
        <a:p>
          <a:endParaRPr lang="en-US"/>
        </a:p>
      </dgm:t>
    </dgm:pt>
    <dgm:pt modelId="{4B83526B-8B4A-4AD7-A4D1-F1ACD751CCB4}" type="sibTrans" cxnId="{2AF9C0F7-C2C3-4B59-BD8E-60EFE11289CC}">
      <dgm:prSet/>
      <dgm:spPr/>
      <dgm:t>
        <a:bodyPr/>
        <a:lstStyle/>
        <a:p>
          <a:endParaRPr lang="en-US"/>
        </a:p>
      </dgm:t>
    </dgm:pt>
    <dgm:pt modelId="{8A6ACB3C-BFBE-4AE3-AA4B-B6CE8B0D58A8}" type="pres">
      <dgm:prSet presAssocID="{EACB4830-BFAB-4DF3-BD31-C85649BC4342}" presName="root" presStyleCnt="0">
        <dgm:presLayoutVars>
          <dgm:dir/>
          <dgm:resizeHandles val="exact"/>
        </dgm:presLayoutVars>
      </dgm:prSet>
      <dgm:spPr/>
    </dgm:pt>
    <dgm:pt modelId="{4264B659-6699-4346-914E-752D67834E72}" type="pres">
      <dgm:prSet presAssocID="{61EF4303-2463-4341-B9F9-5440F5315639}" presName="compNode" presStyleCnt="0"/>
      <dgm:spPr/>
    </dgm:pt>
    <dgm:pt modelId="{9545BC46-E721-4DE9-A95C-05E2695EC381}" type="pres">
      <dgm:prSet presAssocID="{61EF4303-2463-4341-B9F9-5440F5315639}" presName="bgRect" presStyleLbl="bgShp" presStyleIdx="0" presStyleCnt="5"/>
      <dgm:spPr/>
    </dgm:pt>
    <dgm:pt modelId="{0B328988-ABFC-4D54-AEC1-5C571D7263BD}" type="pres">
      <dgm:prSet presAssocID="{61EF4303-2463-4341-B9F9-5440F531563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69D1B407-47CA-4FBD-84F2-9C6C6C7E70B9}" type="pres">
      <dgm:prSet presAssocID="{61EF4303-2463-4341-B9F9-5440F5315639}" presName="spaceRect" presStyleCnt="0"/>
      <dgm:spPr/>
    </dgm:pt>
    <dgm:pt modelId="{E43004CC-F7F0-4049-A442-C16268CEC213}" type="pres">
      <dgm:prSet presAssocID="{61EF4303-2463-4341-B9F9-5440F5315639}" presName="parTx" presStyleLbl="revTx" presStyleIdx="0" presStyleCnt="5">
        <dgm:presLayoutVars>
          <dgm:chMax val="0"/>
          <dgm:chPref val="0"/>
        </dgm:presLayoutVars>
      </dgm:prSet>
      <dgm:spPr/>
    </dgm:pt>
    <dgm:pt modelId="{E97E880F-550E-48D5-B25A-F72C42180134}" type="pres">
      <dgm:prSet presAssocID="{830B9470-87A7-45AA-9738-E101F830AA08}" presName="sibTrans" presStyleCnt="0"/>
      <dgm:spPr/>
    </dgm:pt>
    <dgm:pt modelId="{3AFB9385-9279-4746-A1F6-687C6EC68DD3}" type="pres">
      <dgm:prSet presAssocID="{9F3B3B04-252A-4640-84D5-3C447C67D94C}" presName="compNode" presStyleCnt="0"/>
      <dgm:spPr/>
    </dgm:pt>
    <dgm:pt modelId="{7B82FC79-AD48-4202-895C-EE925C6D9A62}" type="pres">
      <dgm:prSet presAssocID="{9F3B3B04-252A-4640-84D5-3C447C67D94C}" presName="bgRect" presStyleLbl="bgShp" presStyleIdx="1" presStyleCnt="5"/>
      <dgm:spPr/>
    </dgm:pt>
    <dgm:pt modelId="{7808FE6F-E652-4B23-B686-2E9D9C9FE37E}" type="pres">
      <dgm:prSet presAssocID="{9F3B3B04-252A-4640-84D5-3C447C67D94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51AE99C-9725-4AAD-B133-52A96D0E2B13}" type="pres">
      <dgm:prSet presAssocID="{9F3B3B04-252A-4640-84D5-3C447C67D94C}" presName="spaceRect" presStyleCnt="0"/>
      <dgm:spPr/>
    </dgm:pt>
    <dgm:pt modelId="{CDCFB7F9-47D5-4DA9-9217-166690B27697}" type="pres">
      <dgm:prSet presAssocID="{9F3B3B04-252A-4640-84D5-3C447C67D94C}" presName="parTx" presStyleLbl="revTx" presStyleIdx="1" presStyleCnt="5">
        <dgm:presLayoutVars>
          <dgm:chMax val="0"/>
          <dgm:chPref val="0"/>
        </dgm:presLayoutVars>
      </dgm:prSet>
      <dgm:spPr/>
    </dgm:pt>
    <dgm:pt modelId="{C972B308-2D27-4F8A-B710-8B5DAA2D87B5}" type="pres">
      <dgm:prSet presAssocID="{1C6B19DF-6C53-41CB-838D-9938B633DA01}" presName="sibTrans" presStyleCnt="0"/>
      <dgm:spPr/>
    </dgm:pt>
    <dgm:pt modelId="{8258183E-24EE-452B-BC88-13A620B5A0AE}" type="pres">
      <dgm:prSet presAssocID="{F594559F-B938-48AF-9C31-802C47791F73}" presName="compNode" presStyleCnt="0"/>
      <dgm:spPr/>
    </dgm:pt>
    <dgm:pt modelId="{35289DC2-672C-4445-AF05-21C20B414C23}" type="pres">
      <dgm:prSet presAssocID="{F594559F-B938-48AF-9C31-802C47791F73}" presName="bgRect" presStyleLbl="bgShp" presStyleIdx="2" presStyleCnt="5"/>
      <dgm:spPr/>
    </dgm:pt>
    <dgm:pt modelId="{D4E9A49E-039A-4634-8F37-6348041DD417}" type="pres">
      <dgm:prSet presAssocID="{F594559F-B938-48AF-9C31-802C47791F7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BE3690E1-EF20-4364-A21D-A383D4D6D92A}" type="pres">
      <dgm:prSet presAssocID="{F594559F-B938-48AF-9C31-802C47791F73}" presName="spaceRect" presStyleCnt="0"/>
      <dgm:spPr/>
    </dgm:pt>
    <dgm:pt modelId="{511D1E0F-36D7-4BAD-A479-30C2564F70B1}" type="pres">
      <dgm:prSet presAssocID="{F594559F-B938-48AF-9C31-802C47791F73}" presName="parTx" presStyleLbl="revTx" presStyleIdx="2" presStyleCnt="5">
        <dgm:presLayoutVars>
          <dgm:chMax val="0"/>
          <dgm:chPref val="0"/>
        </dgm:presLayoutVars>
      </dgm:prSet>
      <dgm:spPr/>
    </dgm:pt>
    <dgm:pt modelId="{19FF1970-E836-4123-B920-EB6D6AADC034}" type="pres">
      <dgm:prSet presAssocID="{3B2DA3E9-ACD5-4B6D-AEF0-4E332E6B7977}" presName="sibTrans" presStyleCnt="0"/>
      <dgm:spPr/>
    </dgm:pt>
    <dgm:pt modelId="{A0E42A73-17A7-49A6-8B6A-5C439515470B}" type="pres">
      <dgm:prSet presAssocID="{66106AE8-8642-428B-9476-FE3494D1CB16}" presName="compNode" presStyleCnt="0"/>
      <dgm:spPr/>
    </dgm:pt>
    <dgm:pt modelId="{F1CFD88B-79C3-4F44-8EEC-510A3DC212E8}" type="pres">
      <dgm:prSet presAssocID="{66106AE8-8642-428B-9476-FE3494D1CB16}" presName="bgRect" presStyleLbl="bgShp" presStyleIdx="3" presStyleCnt="5"/>
      <dgm:spPr/>
    </dgm:pt>
    <dgm:pt modelId="{43F94140-0C3F-4BCB-96D6-E8D5A3AE4690}" type="pres">
      <dgm:prSet presAssocID="{66106AE8-8642-428B-9476-FE3494D1CB1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A4C36AE-AD54-464D-891A-A9FF2F7EEF00}" type="pres">
      <dgm:prSet presAssocID="{66106AE8-8642-428B-9476-FE3494D1CB16}" presName="spaceRect" presStyleCnt="0"/>
      <dgm:spPr/>
    </dgm:pt>
    <dgm:pt modelId="{2F33E3E1-1376-4499-B092-55F29961D496}" type="pres">
      <dgm:prSet presAssocID="{66106AE8-8642-428B-9476-FE3494D1CB16}" presName="parTx" presStyleLbl="revTx" presStyleIdx="3" presStyleCnt="5">
        <dgm:presLayoutVars>
          <dgm:chMax val="0"/>
          <dgm:chPref val="0"/>
        </dgm:presLayoutVars>
      </dgm:prSet>
      <dgm:spPr/>
    </dgm:pt>
    <dgm:pt modelId="{479D106C-2DC3-4FE2-84D0-7BCE4E53A07A}" type="pres">
      <dgm:prSet presAssocID="{167EEBE7-39DD-4D7A-8ECD-719972EA18EC}" presName="sibTrans" presStyleCnt="0"/>
      <dgm:spPr/>
    </dgm:pt>
    <dgm:pt modelId="{317953BF-A1C3-4320-9B80-EDA098A435E4}" type="pres">
      <dgm:prSet presAssocID="{3F33198C-47A2-45B9-9AE1-45F626031F67}" presName="compNode" presStyleCnt="0"/>
      <dgm:spPr/>
    </dgm:pt>
    <dgm:pt modelId="{E7EDB103-89C0-4D6E-97BC-4E4B904E3E13}" type="pres">
      <dgm:prSet presAssocID="{3F33198C-47A2-45B9-9AE1-45F626031F67}" presName="bgRect" presStyleLbl="bgShp" presStyleIdx="4" presStyleCnt="5"/>
      <dgm:spPr/>
    </dgm:pt>
    <dgm:pt modelId="{79247747-0559-41AE-8718-0E2516DC0644}" type="pres">
      <dgm:prSet presAssocID="{3F33198C-47A2-45B9-9AE1-45F626031F6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3E70351D-0574-4257-9B90-DE8D87602878}" type="pres">
      <dgm:prSet presAssocID="{3F33198C-47A2-45B9-9AE1-45F626031F67}" presName="spaceRect" presStyleCnt="0"/>
      <dgm:spPr/>
    </dgm:pt>
    <dgm:pt modelId="{87B8383C-6D41-41B4-9A69-A0DB7F604112}" type="pres">
      <dgm:prSet presAssocID="{3F33198C-47A2-45B9-9AE1-45F626031F6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1A28A05-FEC0-44E6-B55A-1BCA3A2A8E83}" srcId="{EACB4830-BFAB-4DF3-BD31-C85649BC4342}" destId="{F594559F-B938-48AF-9C31-802C47791F73}" srcOrd="2" destOrd="0" parTransId="{F401BEB3-863F-4A98-91DB-D06E36A98184}" sibTransId="{3B2DA3E9-ACD5-4B6D-AEF0-4E332E6B7977}"/>
    <dgm:cxn modelId="{370D4007-F597-4CA6-9016-F47F4B4A3688}" type="presOf" srcId="{F594559F-B938-48AF-9C31-802C47791F73}" destId="{511D1E0F-36D7-4BAD-A479-30C2564F70B1}" srcOrd="0" destOrd="0" presId="urn:microsoft.com/office/officeart/2018/2/layout/IconVerticalSolidList"/>
    <dgm:cxn modelId="{CF1A5A10-12C8-4A4E-B735-4E0B531905B8}" type="presOf" srcId="{66106AE8-8642-428B-9476-FE3494D1CB16}" destId="{2F33E3E1-1376-4499-B092-55F29961D496}" srcOrd="0" destOrd="0" presId="urn:microsoft.com/office/officeart/2018/2/layout/IconVerticalSolidList"/>
    <dgm:cxn modelId="{5F3ABC12-1621-4530-911E-0710B0299E1A}" type="presOf" srcId="{61EF4303-2463-4341-B9F9-5440F5315639}" destId="{E43004CC-F7F0-4049-A442-C16268CEC213}" srcOrd="0" destOrd="0" presId="urn:microsoft.com/office/officeart/2018/2/layout/IconVerticalSolidList"/>
    <dgm:cxn modelId="{35C42060-20EE-49E2-9C7C-6BAFF6793FEB}" srcId="{EACB4830-BFAB-4DF3-BD31-C85649BC4342}" destId="{61EF4303-2463-4341-B9F9-5440F5315639}" srcOrd="0" destOrd="0" parTransId="{93BAC0D4-55C7-43D9-BE95-C736623D14F7}" sibTransId="{830B9470-87A7-45AA-9738-E101F830AA08}"/>
    <dgm:cxn modelId="{ED35B46A-F40F-42DC-AD78-E447D8D42998}" srcId="{EACB4830-BFAB-4DF3-BD31-C85649BC4342}" destId="{9F3B3B04-252A-4640-84D5-3C447C67D94C}" srcOrd="1" destOrd="0" parTransId="{46112E64-7445-44CE-8CAB-1F0B8EC63D08}" sibTransId="{1C6B19DF-6C53-41CB-838D-9938B633DA01}"/>
    <dgm:cxn modelId="{4595F353-1C96-42C9-AA92-70785DB73533}" type="presOf" srcId="{EACB4830-BFAB-4DF3-BD31-C85649BC4342}" destId="{8A6ACB3C-BFBE-4AE3-AA4B-B6CE8B0D58A8}" srcOrd="0" destOrd="0" presId="urn:microsoft.com/office/officeart/2018/2/layout/IconVerticalSolidList"/>
    <dgm:cxn modelId="{BA53EC77-0C2A-4902-8B9C-A7727ACB6A1C}" type="presOf" srcId="{3F33198C-47A2-45B9-9AE1-45F626031F67}" destId="{87B8383C-6D41-41B4-9A69-A0DB7F604112}" srcOrd="0" destOrd="0" presId="urn:microsoft.com/office/officeart/2018/2/layout/IconVerticalSolidList"/>
    <dgm:cxn modelId="{53FB3CD3-F7B4-4FF1-AD81-E8F8EF8D8D6D}" srcId="{EACB4830-BFAB-4DF3-BD31-C85649BC4342}" destId="{66106AE8-8642-428B-9476-FE3494D1CB16}" srcOrd="3" destOrd="0" parTransId="{77354C75-F473-4161-8450-D64987D976F7}" sibTransId="{167EEBE7-39DD-4D7A-8ECD-719972EA18EC}"/>
    <dgm:cxn modelId="{438D6BD6-17FF-4A5E-AA5E-6AE9F53AB350}" type="presOf" srcId="{9F3B3B04-252A-4640-84D5-3C447C67D94C}" destId="{CDCFB7F9-47D5-4DA9-9217-166690B27697}" srcOrd="0" destOrd="0" presId="urn:microsoft.com/office/officeart/2018/2/layout/IconVerticalSolidList"/>
    <dgm:cxn modelId="{2AF9C0F7-C2C3-4B59-BD8E-60EFE11289CC}" srcId="{EACB4830-BFAB-4DF3-BD31-C85649BC4342}" destId="{3F33198C-47A2-45B9-9AE1-45F626031F67}" srcOrd="4" destOrd="0" parTransId="{1B0D47FC-8CE1-4E56-9C9A-E9D149B31B14}" sibTransId="{4B83526B-8B4A-4AD7-A4D1-F1ACD751CCB4}"/>
    <dgm:cxn modelId="{2E4B98AD-4F89-4A6A-B89B-9AC8210E7313}" type="presParOf" srcId="{8A6ACB3C-BFBE-4AE3-AA4B-B6CE8B0D58A8}" destId="{4264B659-6699-4346-914E-752D67834E72}" srcOrd="0" destOrd="0" presId="urn:microsoft.com/office/officeart/2018/2/layout/IconVerticalSolidList"/>
    <dgm:cxn modelId="{8BC5BBFD-E81A-452A-9A90-2B62B880CE14}" type="presParOf" srcId="{4264B659-6699-4346-914E-752D67834E72}" destId="{9545BC46-E721-4DE9-A95C-05E2695EC381}" srcOrd="0" destOrd="0" presId="urn:microsoft.com/office/officeart/2018/2/layout/IconVerticalSolidList"/>
    <dgm:cxn modelId="{041D2D52-3013-4F88-BA46-FDD674B2C426}" type="presParOf" srcId="{4264B659-6699-4346-914E-752D67834E72}" destId="{0B328988-ABFC-4D54-AEC1-5C571D7263BD}" srcOrd="1" destOrd="0" presId="urn:microsoft.com/office/officeart/2018/2/layout/IconVerticalSolidList"/>
    <dgm:cxn modelId="{FAEF5AF1-AB81-47AC-92F5-E62417A5C136}" type="presParOf" srcId="{4264B659-6699-4346-914E-752D67834E72}" destId="{69D1B407-47CA-4FBD-84F2-9C6C6C7E70B9}" srcOrd="2" destOrd="0" presId="urn:microsoft.com/office/officeart/2018/2/layout/IconVerticalSolidList"/>
    <dgm:cxn modelId="{5A1E5B8D-9E25-485A-8D0A-5A1A6E38D59D}" type="presParOf" srcId="{4264B659-6699-4346-914E-752D67834E72}" destId="{E43004CC-F7F0-4049-A442-C16268CEC213}" srcOrd="3" destOrd="0" presId="urn:microsoft.com/office/officeart/2018/2/layout/IconVerticalSolidList"/>
    <dgm:cxn modelId="{762DDFB8-7D5D-447D-877D-3946FAE3533D}" type="presParOf" srcId="{8A6ACB3C-BFBE-4AE3-AA4B-B6CE8B0D58A8}" destId="{E97E880F-550E-48D5-B25A-F72C42180134}" srcOrd="1" destOrd="0" presId="urn:microsoft.com/office/officeart/2018/2/layout/IconVerticalSolidList"/>
    <dgm:cxn modelId="{4C984AA2-117B-4ECD-BBFA-36650603D0A4}" type="presParOf" srcId="{8A6ACB3C-BFBE-4AE3-AA4B-B6CE8B0D58A8}" destId="{3AFB9385-9279-4746-A1F6-687C6EC68DD3}" srcOrd="2" destOrd="0" presId="urn:microsoft.com/office/officeart/2018/2/layout/IconVerticalSolidList"/>
    <dgm:cxn modelId="{7446C071-C683-425C-9F19-ADBF48051B7A}" type="presParOf" srcId="{3AFB9385-9279-4746-A1F6-687C6EC68DD3}" destId="{7B82FC79-AD48-4202-895C-EE925C6D9A62}" srcOrd="0" destOrd="0" presId="urn:microsoft.com/office/officeart/2018/2/layout/IconVerticalSolidList"/>
    <dgm:cxn modelId="{9B5633B5-A335-406A-B49A-AED34E1CD846}" type="presParOf" srcId="{3AFB9385-9279-4746-A1F6-687C6EC68DD3}" destId="{7808FE6F-E652-4B23-B686-2E9D9C9FE37E}" srcOrd="1" destOrd="0" presId="urn:microsoft.com/office/officeart/2018/2/layout/IconVerticalSolidList"/>
    <dgm:cxn modelId="{DD25B380-157A-494C-ADB1-72846D5E979D}" type="presParOf" srcId="{3AFB9385-9279-4746-A1F6-687C6EC68DD3}" destId="{A51AE99C-9725-4AAD-B133-52A96D0E2B13}" srcOrd="2" destOrd="0" presId="urn:microsoft.com/office/officeart/2018/2/layout/IconVerticalSolidList"/>
    <dgm:cxn modelId="{C66A8115-2DF2-4ED9-A19E-EC798ADFE267}" type="presParOf" srcId="{3AFB9385-9279-4746-A1F6-687C6EC68DD3}" destId="{CDCFB7F9-47D5-4DA9-9217-166690B27697}" srcOrd="3" destOrd="0" presId="urn:microsoft.com/office/officeart/2018/2/layout/IconVerticalSolidList"/>
    <dgm:cxn modelId="{6E24EC2E-C260-464B-9137-1994A1EFABBF}" type="presParOf" srcId="{8A6ACB3C-BFBE-4AE3-AA4B-B6CE8B0D58A8}" destId="{C972B308-2D27-4F8A-B710-8B5DAA2D87B5}" srcOrd="3" destOrd="0" presId="urn:microsoft.com/office/officeart/2018/2/layout/IconVerticalSolidList"/>
    <dgm:cxn modelId="{E467D6B4-816D-4515-A219-9AF38E0D7AFD}" type="presParOf" srcId="{8A6ACB3C-BFBE-4AE3-AA4B-B6CE8B0D58A8}" destId="{8258183E-24EE-452B-BC88-13A620B5A0AE}" srcOrd="4" destOrd="0" presId="urn:microsoft.com/office/officeart/2018/2/layout/IconVerticalSolidList"/>
    <dgm:cxn modelId="{E23C9143-6EFB-43E1-8CE0-3F87CB1ADCD7}" type="presParOf" srcId="{8258183E-24EE-452B-BC88-13A620B5A0AE}" destId="{35289DC2-672C-4445-AF05-21C20B414C23}" srcOrd="0" destOrd="0" presId="urn:microsoft.com/office/officeart/2018/2/layout/IconVerticalSolidList"/>
    <dgm:cxn modelId="{24B3B08E-4E99-4544-B63F-8867BB2467E1}" type="presParOf" srcId="{8258183E-24EE-452B-BC88-13A620B5A0AE}" destId="{D4E9A49E-039A-4634-8F37-6348041DD417}" srcOrd="1" destOrd="0" presId="urn:microsoft.com/office/officeart/2018/2/layout/IconVerticalSolidList"/>
    <dgm:cxn modelId="{00E13E73-EBF9-46B2-8C53-886E401EBF2A}" type="presParOf" srcId="{8258183E-24EE-452B-BC88-13A620B5A0AE}" destId="{BE3690E1-EF20-4364-A21D-A383D4D6D92A}" srcOrd="2" destOrd="0" presId="urn:microsoft.com/office/officeart/2018/2/layout/IconVerticalSolidList"/>
    <dgm:cxn modelId="{8CD8370A-144A-465F-8BC5-5557EEBC2F19}" type="presParOf" srcId="{8258183E-24EE-452B-BC88-13A620B5A0AE}" destId="{511D1E0F-36D7-4BAD-A479-30C2564F70B1}" srcOrd="3" destOrd="0" presId="urn:microsoft.com/office/officeart/2018/2/layout/IconVerticalSolidList"/>
    <dgm:cxn modelId="{25422095-22AE-4462-B747-2C26075A95FB}" type="presParOf" srcId="{8A6ACB3C-BFBE-4AE3-AA4B-B6CE8B0D58A8}" destId="{19FF1970-E836-4123-B920-EB6D6AADC034}" srcOrd="5" destOrd="0" presId="urn:microsoft.com/office/officeart/2018/2/layout/IconVerticalSolidList"/>
    <dgm:cxn modelId="{88597129-721B-4A55-B606-B0391F6C16E1}" type="presParOf" srcId="{8A6ACB3C-BFBE-4AE3-AA4B-B6CE8B0D58A8}" destId="{A0E42A73-17A7-49A6-8B6A-5C439515470B}" srcOrd="6" destOrd="0" presId="urn:microsoft.com/office/officeart/2018/2/layout/IconVerticalSolidList"/>
    <dgm:cxn modelId="{47F3F3D3-E841-4D52-B16A-5A3B47A565BF}" type="presParOf" srcId="{A0E42A73-17A7-49A6-8B6A-5C439515470B}" destId="{F1CFD88B-79C3-4F44-8EEC-510A3DC212E8}" srcOrd="0" destOrd="0" presId="urn:microsoft.com/office/officeart/2018/2/layout/IconVerticalSolidList"/>
    <dgm:cxn modelId="{70C1F51C-63CA-4748-84D6-75E7C72611B6}" type="presParOf" srcId="{A0E42A73-17A7-49A6-8B6A-5C439515470B}" destId="{43F94140-0C3F-4BCB-96D6-E8D5A3AE4690}" srcOrd="1" destOrd="0" presId="urn:microsoft.com/office/officeart/2018/2/layout/IconVerticalSolidList"/>
    <dgm:cxn modelId="{AF251187-3244-4AC0-A53E-110ED53ADF54}" type="presParOf" srcId="{A0E42A73-17A7-49A6-8B6A-5C439515470B}" destId="{5A4C36AE-AD54-464D-891A-A9FF2F7EEF00}" srcOrd="2" destOrd="0" presId="urn:microsoft.com/office/officeart/2018/2/layout/IconVerticalSolidList"/>
    <dgm:cxn modelId="{41D54C5E-7D4E-4121-80C2-B4A3F69C3526}" type="presParOf" srcId="{A0E42A73-17A7-49A6-8B6A-5C439515470B}" destId="{2F33E3E1-1376-4499-B092-55F29961D496}" srcOrd="3" destOrd="0" presId="urn:microsoft.com/office/officeart/2018/2/layout/IconVerticalSolidList"/>
    <dgm:cxn modelId="{CE24F816-22B5-4569-B406-A9A28BC49328}" type="presParOf" srcId="{8A6ACB3C-BFBE-4AE3-AA4B-B6CE8B0D58A8}" destId="{479D106C-2DC3-4FE2-84D0-7BCE4E53A07A}" srcOrd="7" destOrd="0" presId="urn:microsoft.com/office/officeart/2018/2/layout/IconVerticalSolidList"/>
    <dgm:cxn modelId="{0171A222-7BF6-48DD-A733-F8BD640366E1}" type="presParOf" srcId="{8A6ACB3C-BFBE-4AE3-AA4B-B6CE8B0D58A8}" destId="{317953BF-A1C3-4320-9B80-EDA098A435E4}" srcOrd="8" destOrd="0" presId="urn:microsoft.com/office/officeart/2018/2/layout/IconVerticalSolidList"/>
    <dgm:cxn modelId="{48B8E213-7881-45BB-ACBF-BEF399EB3D65}" type="presParOf" srcId="{317953BF-A1C3-4320-9B80-EDA098A435E4}" destId="{E7EDB103-89C0-4D6E-97BC-4E4B904E3E13}" srcOrd="0" destOrd="0" presId="urn:microsoft.com/office/officeart/2018/2/layout/IconVerticalSolidList"/>
    <dgm:cxn modelId="{7B6E7449-2BF3-4023-97B7-8DCEDAE40CDA}" type="presParOf" srcId="{317953BF-A1C3-4320-9B80-EDA098A435E4}" destId="{79247747-0559-41AE-8718-0E2516DC0644}" srcOrd="1" destOrd="0" presId="urn:microsoft.com/office/officeart/2018/2/layout/IconVerticalSolidList"/>
    <dgm:cxn modelId="{C9BEAC09-1C21-48E5-B403-E5B20EAC7C41}" type="presParOf" srcId="{317953BF-A1C3-4320-9B80-EDA098A435E4}" destId="{3E70351D-0574-4257-9B90-DE8D87602878}" srcOrd="2" destOrd="0" presId="urn:microsoft.com/office/officeart/2018/2/layout/IconVerticalSolidList"/>
    <dgm:cxn modelId="{134EC6CF-3CED-49A2-86E1-AADFD470C3C1}" type="presParOf" srcId="{317953BF-A1C3-4320-9B80-EDA098A435E4}" destId="{87B8383C-6D41-41B4-9A69-A0DB7F6041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559C68-002D-4096-B72E-7BDAC753BEBB}" type="doc">
      <dgm:prSet loTypeId="urn:microsoft.com/office/officeart/2018/2/layout/IconCircleList" loCatId="icon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F09505F-D402-4621-9841-9AF9674451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ptos Display" panose="02110004020202020204"/>
              <a:ea typeface="+mn-ea"/>
              <a:cs typeface="+mn-cs"/>
            </a:rPr>
            <a:t>Earn completion certificates</a:t>
          </a:r>
          <a:endParaRPr lang="en-US" sz="2000">
            <a:latin typeface="Aptos" panose="02110004020202020204"/>
            <a:ea typeface="+mn-ea"/>
            <a:cs typeface="+mn-cs"/>
          </a:endParaRPr>
        </a:p>
      </dgm:t>
    </dgm:pt>
    <dgm:pt modelId="{483C7EF2-7847-414E-9226-A40BCFEB42FD}" type="parTrans" cxnId="{4ED8F161-F17F-474A-A919-E5710775DC47}">
      <dgm:prSet/>
      <dgm:spPr/>
      <dgm:t>
        <a:bodyPr/>
        <a:lstStyle/>
        <a:p>
          <a:endParaRPr lang="en-US"/>
        </a:p>
      </dgm:t>
    </dgm:pt>
    <dgm:pt modelId="{25443EF5-B3AD-4B0E-83BD-24C59E4C89D9}" type="sibTrans" cxnId="{4ED8F161-F17F-474A-A919-E5710775DC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CAD446-FB55-4D62-B595-5DD77880144C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ptos Display" panose="02110004020202020204"/>
              <a:ea typeface="+mn-ea"/>
              <a:cs typeface="+mn-cs"/>
            </a:rPr>
            <a:t>Users sign in using a LinkedIn account</a:t>
          </a:r>
          <a:endParaRPr lang="en-US" sz="2000">
            <a:latin typeface="Aptos" panose="02110004020202020204"/>
            <a:ea typeface="+mn-ea"/>
            <a:cs typeface="+mn-cs"/>
          </a:endParaRPr>
        </a:p>
      </dgm:t>
    </dgm:pt>
    <dgm:pt modelId="{E69104CD-618D-4915-B0F4-1FA1841D95C9}" type="parTrans" cxnId="{7203F612-6E5C-4B03-85DB-C79B9C70698E}">
      <dgm:prSet/>
      <dgm:spPr/>
    </dgm:pt>
    <dgm:pt modelId="{17FE4944-3D85-410A-8C13-6C4B52189F4C}" type="sibTrans" cxnId="{7203F612-6E5C-4B03-85DB-C79B9C7069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E418FB-F780-46F5-92DA-13006974ECE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ptos Display" panose="02110004020202020204"/>
              <a:ea typeface="+mn-ea"/>
              <a:cs typeface="+mn-cs"/>
            </a:rPr>
            <a:t>Search or browse desired courses</a:t>
          </a:r>
          <a:endParaRPr lang="en-US" sz="2000">
            <a:latin typeface="Aptos" panose="02110004020202020204"/>
            <a:ea typeface="+mn-ea"/>
            <a:cs typeface="+mn-cs"/>
          </a:endParaRPr>
        </a:p>
      </dgm:t>
    </dgm:pt>
    <dgm:pt modelId="{6A4D48C0-F5E3-4BE4-8A94-54AE215B1729}" type="parTrans" cxnId="{654415BA-446C-40DF-A7F4-5F0B3155C34E}">
      <dgm:prSet/>
      <dgm:spPr/>
    </dgm:pt>
    <dgm:pt modelId="{5AD7D89C-5773-4328-9553-9D36CA3B07C8}" type="sibTrans" cxnId="{654415BA-446C-40DF-A7F4-5F0B3155C3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5B3A39-4D5B-49DA-A630-E01A3366A36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ptos Display" panose="02110004020202020204"/>
              <a:ea typeface="+mn-ea"/>
              <a:cs typeface="+mn-cs"/>
            </a:rPr>
            <a:t>Watch video lessons at your own pace</a:t>
          </a:r>
          <a:endParaRPr lang="en-US" sz="2000">
            <a:latin typeface="Aptos" panose="02110004020202020204"/>
            <a:ea typeface="+mn-ea"/>
            <a:cs typeface="+mn-cs"/>
          </a:endParaRPr>
        </a:p>
      </dgm:t>
    </dgm:pt>
    <dgm:pt modelId="{3919C6A1-BB3E-48B4-9C07-5B9026A42C37}" type="parTrans" cxnId="{20159E92-13DB-461A-B0E0-7509C4A905D8}">
      <dgm:prSet/>
      <dgm:spPr/>
    </dgm:pt>
    <dgm:pt modelId="{B2A0DF67-21E3-47AA-94C7-6AF52ED0E4EC}" type="sibTrans" cxnId="{20159E92-13DB-461A-B0E0-7509C4A905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D683EB-1C73-495F-A4EF-E51DC2A14D1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ptos Display" panose="02110004020202020204"/>
              <a:ea typeface="+mn-ea"/>
              <a:cs typeface="+mn-cs"/>
            </a:rPr>
            <a:t>Take quizzes after modules for practice</a:t>
          </a:r>
          <a:endParaRPr lang="en-US" sz="2000">
            <a:latin typeface="Aptos" panose="02110004020202020204"/>
            <a:ea typeface="+mn-ea"/>
            <a:cs typeface="+mn-cs"/>
          </a:endParaRPr>
        </a:p>
      </dgm:t>
    </dgm:pt>
    <dgm:pt modelId="{2D185FCF-537B-4F1B-8A18-ED1B959091B0}" type="parTrans" cxnId="{1B6A56F7-A015-4A8F-8759-96EC64BC4484}">
      <dgm:prSet/>
      <dgm:spPr/>
    </dgm:pt>
    <dgm:pt modelId="{0C630E14-00EE-4AA7-B0D4-D68592BA2745}" type="sibTrans" cxnId="{1B6A56F7-A015-4A8F-8759-96EC64BC44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D4A0C1-908A-4A26-9E94-2A021F30FEA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ptos Display" panose="02110004020202020204"/>
              <a:ea typeface="+mn-ea"/>
              <a:cs typeface="+mn-cs"/>
            </a:rPr>
            <a:t>Certificates can be shared on LinkedIn profile</a:t>
          </a:r>
          <a:endParaRPr lang="en-US" sz="2000">
            <a:latin typeface="Aptos" panose="02110004020202020204"/>
            <a:ea typeface="+mn-ea"/>
            <a:cs typeface="+mn-cs"/>
          </a:endParaRPr>
        </a:p>
      </dgm:t>
    </dgm:pt>
    <dgm:pt modelId="{13E8D972-DB4E-4A7B-99A1-3B497FA76C5F}" type="parTrans" cxnId="{58275626-F257-4232-983B-28245B431C76}">
      <dgm:prSet/>
      <dgm:spPr/>
    </dgm:pt>
    <dgm:pt modelId="{F95F2B7A-FC4B-4BED-A870-D06C3BE7B52B}" type="sibTrans" cxnId="{58275626-F257-4232-983B-28245B431C76}">
      <dgm:prSet/>
      <dgm:spPr/>
      <dgm:t>
        <a:bodyPr/>
        <a:lstStyle/>
        <a:p>
          <a:endParaRPr lang="en-US"/>
        </a:p>
      </dgm:t>
    </dgm:pt>
    <dgm:pt modelId="{79E19F2E-991F-4C8A-95DF-5BBF1269A298}" type="pres">
      <dgm:prSet presAssocID="{45559C68-002D-4096-B72E-7BDAC753BEBB}" presName="root" presStyleCnt="0">
        <dgm:presLayoutVars>
          <dgm:dir/>
          <dgm:resizeHandles val="exact"/>
        </dgm:presLayoutVars>
      </dgm:prSet>
      <dgm:spPr/>
    </dgm:pt>
    <dgm:pt modelId="{F5CE9162-CB4E-4A2F-90AC-6553E89E95E7}" type="pres">
      <dgm:prSet presAssocID="{45559C68-002D-4096-B72E-7BDAC753BEBB}" presName="container" presStyleCnt="0">
        <dgm:presLayoutVars>
          <dgm:dir/>
          <dgm:resizeHandles val="exact"/>
        </dgm:presLayoutVars>
      </dgm:prSet>
      <dgm:spPr/>
    </dgm:pt>
    <dgm:pt modelId="{5542E548-A399-4E13-BE29-A00F93558F44}" type="pres">
      <dgm:prSet presAssocID="{66CAD446-FB55-4D62-B595-5DD77880144C}" presName="compNode" presStyleCnt="0"/>
      <dgm:spPr/>
    </dgm:pt>
    <dgm:pt modelId="{A5B67CF8-0E06-4765-AB01-2E49174678CC}" type="pres">
      <dgm:prSet presAssocID="{66CAD446-FB55-4D62-B595-5DD77880144C}" presName="iconBgRect" presStyleLbl="bgShp" presStyleIdx="0" presStyleCnt="6"/>
      <dgm:spPr/>
    </dgm:pt>
    <dgm:pt modelId="{8C309E55-1583-4441-BFF6-FB28811A61E5}" type="pres">
      <dgm:prSet presAssocID="{66CAD446-FB55-4D62-B595-5DD77880144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28C83BEB-0965-4A52-A59A-3FC18DB3C764}" type="pres">
      <dgm:prSet presAssocID="{66CAD446-FB55-4D62-B595-5DD77880144C}" presName="spaceRect" presStyleCnt="0"/>
      <dgm:spPr/>
    </dgm:pt>
    <dgm:pt modelId="{5346A7A2-83F8-4C59-9C9C-83C62E901E08}" type="pres">
      <dgm:prSet presAssocID="{66CAD446-FB55-4D62-B595-5DD77880144C}" presName="textRect" presStyleLbl="revTx" presStyleIdx="0" presStyleCnt="6">
        <dgm:presLayoutVars>
          <dgm:chMax val="1"/>
          <dgm:chPref val="1"/>
        </dgm:presLayoutVars>
      </dgm:prSet>
      <dgm:spPr/>
    </dgm:pt>
    <dgm:pt modelId="{9CDF6C3D-69C2-43F9-B6AA-EA64EC4C69F8}" type="pres">
      <dgm:prSet presAssocID="{17FE4944-3D85-410A-8C13-6C4B52189F4C}" presName="sibTrans" presStyleLbl="sibTrans2D1" presStyleIdx="0" presStyleCnt="0"/>
      <dgm:spPr/>
    </dgm:pt>
    <dgm:pt modelId="{80306DBA-7867-44D5-863C-CEB90F54A862}" type="pres">
      <dgm:prSet presAssocID="{3FE418FB-F780-46F5-92DA-13006974ECE0}" presName="compNode" presStyleCnt="0"/>
      <dgm:spPr/>
    </dgm:pt>
    <dgm:pt modelId="{E663BC9E-AE7C-4AB8-AE9C-52259C8AD60B}" type="pres">
      <dgm:prSet presAssocID="{3FE418FB-F780-46F5-92DA-13006974ECE0}" presName="iconBgRect" presStyleLbl="bgShp" presStyleIdx="1" presStyleCnt="6"/>
      <dgm:spPr/>
    </dgm:pt>
    <dgm:pt modelId="{E05A941B-21AE-4735-818F-3D333BC846D8}" type="pres">
      <dgm:prSet presAssocID="{3FE418FB-F780-46F5-92DA-13006974ECE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3D98C29-E668-4C2F-9AD3-B446A6B10C0D}" type="pres">
      <dgm:prSet presAssocID="{3FE418FB-F780-46F5-92DA-13006974ECE0}" presName="spaceRect" presStyleCnt="0"/>
      <dgm:spPr/>
    </dgm:pt>
    <dgm:pt modelId="{889F5DF1-C7AC-40BB-A012-CCDD3BA5936E}" type="pres">
      <dgm:prSet presAssocID="{3FE418FB-F780-46F5-92DA-13006974ECE0}" presName="textRect" presStyleLbl="revTx" presStyleIdx="1" presStyleCnt="6">
        <dgm:presLayoutVars>
          <dgm:chMax val="1"/>
          <dgm:chPref val="1"/>
        </dgm:presLayoutVars>
      </dgm:prSet>
      <dgm:spPr/>
    </dgm:pt>
    <dgm:pt modelId="{1D4537B3-9EB4-4E93-9438-C8444B41F02F}" type="pres">
      <dgm:prSet presAssocID="{5AD7D89C-5773-4328-9553-9D36CA3B07C8}" presName="sibTrans" presStyleLbl="sibTrans2D1" presStyleIdx="0" presStyleCnt="0"/>
      <dgm:spPr/>
    </dgm:pt>
    <dgm:pt modelId="{53F600EA-CC45-4439-A697-3A9246D776D6}" type="pres">
      <dgm:prSet presAssocID="{C95B3A39-4D5B-49DA-A630-E01A3366A361}" presName="compNode" presStyleCnt="0"/>
      <dgm:spPr/>
    </dgm:pt>
    <dgm:pt modelId="{6D1EFD0D-1311-423C-B50B-495900DDBEA5}" type="pres">
      <dgm:prSet presAssocID="{C95B3A39-4D5B-49DA-A630-E01A3366A361}" presName="iconBgRect" presStyleLbl="bgShp" presStyleIdx="2" presStyleCnt="6"/>
      <dgm:spPr/>
    </dgm:pt>
    <dgm:pt modelId="{7833635B-F10D-4F71-AA09-EB595F8719AB}" type="pres">
      <dgm:prSet presAssocID="{C95B3A39-4D5B-49DA-A630-E01A3366A36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5154362-6346-4189-825C-36101E620555}" type="pres">
      <dgm:prSet presAssocID="{C95B3A39-4D5B-49DA-A630-E01A3366A361}" presName="spaceRect" presStyleCnt="0"/>
      <dgm:spPr/>
    </dgm:pt>
    <dgm:pt modelId="{B4E7DF72-FAF4-4EA1-96F5-615474ED1452}" type="pres">
      <dgm:prSet presAssocID="{C95B3A39-4D5B-49DA-A630-E01A3366A361}" presName="textRect" presStyleLbl="revTx" presStyleIdx="2" presStyleCnt="6">
        <dgm:presLayoutVars>
          <dgm:chMax val="1"/>
          <dgm:chPref val="1"/>
        </dgm:presLayoutVars>
      </dgm:prSet>
      <dgm:spPr/>
    </dgm:pt>
    <dgm:pt modelId="{EFC9A438-C4E7-4A34-83CC-969F20B9EB8D}" type="pres">
      <dgm:prSet presAssocID="{B2A0DF67-21E3-47AA-94C7-6AF52ED0E4EC}" presName="sibTrans" presStyleLbl="sibTrans2D1" presStyleIdx="0" presStyleCnt="0"/>
      <dgm:spPr/>
    </dgm:pt>
    <dgm:pt modelId="{BD97FA43-2A99-4C94-B1E3-518E920C3B6C}" type="pres">
      <dgm:prSet presAssocID="{E8D683EB-1C73-495F-A4EF-E51DC2A14D15}" presName="compNode" presStyleCnt="0"/>
      <dgm:spPr/>
    </dgm:pt>
    <dgm:pt modelId="{3CDF2380-5734-4250-AF70-EE9851B5F7BC}" type="pres">
      <dgm:prSet presAssocID="{E8D683EB-1C73-495F-A4EF-E51DC2A14D15}" presName="iconBgRect" presStyleLbl="bgShp" presStyleIdx="3" presStyleCnt="6"/>
      <dgm:spPr/>
    </dgm:pt>
    <dgm:pt modelId="{EE726A8C-816B-42AB-BC69-DEF30F245AA3}" type="pres">
      <dgm:prSet presAssocID="{E8D683EB-1C73-495F-A4EF-E51DC2A14D1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B67F39D7-183F-4ABF-936D-B867A4055F4B}" type="pres">
      <dgm:prSet presAssocID="{E8D683EB-1C73-495F-A4EF-E51DC2A14D15}" presName="spaceRect" presStyleCnt="0"/>
      <dgm:spPr/>
    </dgm:pt>
    <dgm:pt modelId="{D09511BC-E04D-4F57-A5D1-625AD4BAB751}" type="pres">
      <dgm:prSet presAssocID="{E8D683EB-1C73-495F-A4EF-E51DC2A14D15}" presName="textRect" presStyleLbl="revTx" presStyleIdx="3" presStyleCnt="6">
        <dgm:presLayoutVars>
          <dgm:chMax val="1"/>
          <dgm:chPref val="1"/>
        </dgm:presLayoutVars>
      </dgm:prSet>
      <dgm:spPr/>
    </dgm:pt>
    <dgm:pt modelId="{402CD2FD-2EFB-4D14-B845-215F105660A8}" type="pres">
      <dgm:prSet presAssocID="{0C630E14-00EE-4AA7-B0D4-D68592BA2745}" presName="sibTrans" presStyleLbl="sibTrans2D1" presStyleIdx="0" presStyleCnt="0"/>
      <dgm:spPr/>
    </dgm:pt>
    <dgm:pt modelId="{4783CD05-F126-4B40-99AC-469A0BC74C95}" type="pres">
      <dgm:prSet presAssocID="{FF09505F-D402-4621-9841-9AF96744511A}" presName="compNode" presStyleCnt="0"/>
      <dgm:spPr/>
    </dgm:pt>
    <dgm:pt modelId="{5EA078BE-EEA4-417E-A55B-C760E559A358}" type="pres">
      <dgm:prSet presAssocID="{FF09505F-D402-4621-9841-9AF96744511A}" presName="iconBgRect" presStyleLbl="bgShp" presStyleIdx="4" presStyleCnt="6"/>
      <dgm:spPr/>
    </dgm:pt>
    <dgm:pt modelId="{F331E87E-479D-4E2D-B384-39EDE2439FE6}" type="pres">
      <dgm:prSet presAssocID="{FF09505F-D402-4621-9841-9AF96744511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C2341B1-5E7C-4DE2-B797-F9E501B362AF}" type="pres">
      <dgm:prSet presAssocID="{FF09505F-D402-4621-9841-9AF96744511A}" presName="spaceRect" presStyleCnt="0"/>
      <dgm:spPr/>
    </dgm:pt>
    <dgm:pt modelId="{2CED5862-797F-49B2-9179-D59742A73A56}" type="pres">
      <dgm:prSet presAssocID="{FF09505F-D402-4621-9841-9AF96744511A}" presName="textRect" presStyleLbl="revTx" presStyleIdx="4" presStyleCnt="6">
        <dgm:presLayoutVars>
          <dgm:chMax val="1"/>
          <dgm:chPref val="1"/>
        </dgm:presLayoutVars>
      </dgm:prSet>
      <dgm:spPr/>
    </dgm:pt>
    <dgm:pt modelId="{776CE34B-D3C9-4E35-9174-BDFD168B56DB}" type="pres">
      <dgm:prSet presAssocID="{25443EF5-B3AD-4B0E-83BD-24C59E4C89D9}" presName="sibTrans" presStyleLbl="sibTrans2D1" presStyleIdx="0" presStyleCnt="0"/>
      <dgm:spPr/>
    </dgm:pt>
    <dgm:pt modelId="{3EC7F4B9-AF4C-4250-B51B-398AC4665AF4}" type="pres">
      <dgm:prSet presAssocID="{43D4A0C1-908A-4A26-9E94-2A021F30FEA6}" presName="compNode" presStyleCnt="0"/>
      <dgm:spPr/>
    </dgm:pt>
    <dgm:pt modelId="{093B4002-8CC6-4E47-B692-15DE81DB3A35}" type="pres">
      <dgm:prSet presAssocID="{43D4A0C1-908A-4A26-9E94-2A021F30FEA6}" presName="iconBgRect" presStyleLbl="bgShp" presStyleIdx="5" presStyleCnt="6"/>
      <dgm:spPr/>
    </dgm:pt>
    <dgm:pt modelId="{9D10CA2D-85E0-492C-A737-FA2C5AD1DEDD}" type="pres">
      <dgm:prSet presAssocID="{43D4A0C1-908A-4A26-9E94-2A021F30FEA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ABAB01A-A7BC-4DB0-BE8B-DD2B066BCD3E}" type="pres">
      <dgm:prSet presAssocID="{43D4A0C1-908A-4A26-9E94-2A021F30FEA6}" presName="spaceRect" presStyleCnt="0"/>
      <dgm:spPr/>
    </dgm:pt>
    <dgm:pt modelId="{B432E2B4-A0CC-42D0-9754-3322D88E4030}" type="pres">
      <dgm:prSet presAssocID="{43D4A0C1-908A-4A26-9E94-2A021F30FEA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203F612-6E5C-4B03-85DB-C79B9C70698E}" srcId="{45559C68-002D-4096-B72E-7BDAC753BEBB}" destId="{66CAD446-FB55-4D62-B595-5DD77880144C}" srcOrd="0" destOrd="0" parTransId="{E69104CD-618D-4915-B0F4-1FA1841D95C9}" sibTransId="{17FE4944-3D85-410A-8C13-6C4B52189F4C}"/>
    <dgm:cxn modelId="{FF8BCC1D-A320-4935-9BF7-24B4AA4D2905}" type="presOf" srcId="{45559C68-002D-4096-B72E-7BDAC753BEBB}" destId="{79E19F2E-991F-4C8A-95DF-5BBF1269A298}" srcOrd="0" destOrd="0" presId="urn:microsoft.com/office/officeart/2018/2/layout/IconCircleList"/>
    <dgm:cxn modelId="{7FC56824-018B-44EF-B0DB-9357C8863711}" type="presOf" srcId="{0C630E14-00EE-4AA7-B0D4-D68592BA2745}" destId="{402CD2FD-2EFB-4D14-B845-215F105660A8}" srcOrd="0" destOrd="0" presId="urn:microsoft.com/office/officeart/2018/2/layout/IconCircleList"/>
    <dgm:cxn modelId="{58275626-F257-4232-983B-28245B431C76}" srcId="{45559C68-002D-4096-B72E-7BDAC753BEBB}" destId="{43D4A0C1-908A-4A26-9E94-2A021F30FEA6}" srcOrd="5" destOrd="0" parTransId="{13E8D972-DB4E-4A7B-99A1-3B497FA76C5F}" sibTransId="{F95F2B7A-FC4B-4BED-A870-D06C3BE7B52B}"/>
    <dgm:cxn modelId="{A9ADDC3E-8CAF-482F-8AB4-B3BDFD779C13}" type="presOf" srcId="{25443EF5-B3AD-4B0E-83BD-24C59E4C89D9}" destId="{776CE34B-D3C9-4E35-9174-BDFD168B56DB}" srcOrd="0" destOrd="0" presId="urn:microsoft.com/office/officeart/2018/2/layout/IconCircleList"/>
    <dgm:cxn modelId="{8C132D5E-E41D-41F9-92C0-7209D8879CCF}" type="presOf" srcId="{5AD7D89C-5773-4328-9553-9D36CA3B07C8}" destId="{1D4537B3-9EB4-4E93-9438-C8444B41F02F}" srcOrd="0" destOrd="0" presId="urn:microsoft.com/office/officeart/2018/2/layout/IconCircleList"/>
    <dgm:cxn modelId="{4ED8F161-F17F-474A-A919-E5710775DC47}" srcId="{45559C68-002D-4096-B72E-7BDAC753BEBB}" destId="{FF09505F-D402-4621-9841-9AF96744511A}" srcOrd="4" destOrd="0" parTransId="{483C7EF2-7847-414E-9226-A40BCFEB42FD}" sibTransId="{25443EF5-B3AD-4B0E-83BD-24C59E4C89D9}"/>
    <dgm:cxn modelId="{71420842-AC0E-4FDF-A677-9745219A06C9}" type="presOf" srcId="{FF09505F-D402-4621-9841-9AF96744511A}" destId="{2CED5862-797F-49B2-9179-D59742A73A56}" srcOrd="0" destOrd="0" presId="urn:microsoft.com/office/officeart/2018/2/layout/IconCircleList"/>
    <dgm:cxn modelId="{FB541459-059C-44EC-B66F-CCF678CA64E4}" type="presOf" srcId="{E8D683EB-1C73-495F-A4EF-E51DC2A14D15}" destId="{D09511BC-E04D-4F57-A5D1-625AD4BAB751}" srcOrd="0" destOrd="0" presId="urn:microsoft.com/office/officeart/2018/2/layout/IconCircleList"/>
    <dgm:cxn modelId="{B1C0537C-19A0-4F09-884B-F7748CB8B297}" type="presOf" srcId="{17FE4944-3D85-410A-8C13-6C4B52189F4C}" destId="{9CDF6C3D-69C2-43F9-B6AA-EA64EC4C69F8}" srcOrd="0" destOrd="0" presId="urn:microsoft.com/office/officeart/2018/2/layout/IconCircleList"/>
    <dgm:cxn modelId="{778A7086-8F93-4A9D-B883-8BD13E230E54}" type="presOf" srcId="{66CAD446-FB55-4D62-B595-5DD77880144C}" destId="{5346A7A2-83F8-4C59-9C9C-83C62E901E08}" srcOrd="0" destOrd="0" presId="urn:microsoft.com/office/officeart/2018/2/layout/IconCircleList"/>
    <dgm:cxn modelId="{20159E92-13DB-461A-B0E0-7509C4A905D8}" srcId="{45559C68-002D-4096-B72E-7BDAC753BEBB}" destId="{C95B3A39-4D5B-49DA-A630-E01A3366A361}" srcOrd="2" destOrd="0" parTransId="{3919C6A1-BB3E-48B4-9C07-5B9026A42C37}" sibTransId="{B2A0DF67-21E3-47AA-94C7-6AF52ED0E4EC}"/>
    <dgm:cxn modelId="{5DA57B9A-2FB2-4F32-923E-8FBEB4769625}" type="presOf" srcId="{B2A0DF67-21E3-47AA-94C7-6AF52ED0E4EC}" destId="{EFC9A438-C4E7-4A34-83CC-969F20B9EB8D}" srcOrd="0" destOrd="0" presId="urn:microsoft.com/office/officeart/2018/2/layout/IconCircleList"/>
    <dgm:cxn modelId="{29AE88AA-070E-4E6A-BA7F-D74A9C093598}" type="presOf" srcId="{43D4A0C1-908A-4A26-9E94-2A021F30FEA6}" destId="{B432E2B4-A0CC-42D0-9754-3322D88E4030}" srcOrd="0" destOrd="0" presId="urn:microsoft.com/office/officeart/2018/2/layout/IconCircleList"/>
    <dgm:cxn modelId="{654415BA-446C-40DF-A7F4-5F0B3155C34E}" srcId="{45559C68-002D-4096-B72E-7BDAC753BEBB}" destId="{3FE418FB-F780-46F5-92DA-13006974ECE0}" srcOrd="1" destOrd="0" parTransId="{6A4D48C0-F5E3-4BE4-8A94-54AE215B1729}" sibTransId="{5AD7D89C-5773-4328-9553-9D36CA3B07C8}"/>
    <dgm:cxn modelId="{546A3BEA-AFA3-436C-84A0-3C03B7F2D1AC}" type="presOf" srcId="{C95B3A39-4D5B-49DA-A630-E01A3366A361}" destId="{B4E7DF72-FAF4-4EA1-96F5-615474ED1452}" srcOrd="0" destOrd="0" presId="urn:microsoft.com/office/officeart/2018/2/layout/IconCircleList"/>
    <dgm:cxn modelId="{1B6A56F7-A015-4A8F-8759-96EC64BC4484}" srcId="{45559C68-002D-4096-B72E-7BDAC753BEBB}" destId="{E8D683EB-1C73-495F-A4EF-E51DC2A14D15}" srcOrd="3" destOrd="0" parTransId="{2D185FCF-537B-4F1B-8A18-ED1B959091B0}" sibTransId="{0C630E14-00EE-4AA7-B0D4-D68592BA2745}"/>
    <dgm:cxn modelId="{A913F6F8-4EB7-4D05-9C18-A685D1287CA5}" type="presOf" srcId="{3FE418FB-F780-46F5-92DA-13006974ECE0}" destId="{889F5DF1-C7AC-40BB-A012-CCDD3BA5936E}" srcOrd="0" destOrd="0" presId="urn:microsoft.com/office/officeart/2018/2/layout/IconCircleList"/>
    <dgm:cxn modelId="{C4B49FB3-E260-4711-B845-B719F65A26B4}" type="presParOf" srcId="{79E19F2E-991F-4C8A-95DF-5BBF1269A298}" destId="{F5CE9162-CB4E-4A2F-90AC-6553E89E95E7}" srcOrd="0" destOrd="0" presId="urn:microsoft.com/office/officeart/2018/2/layout/IconCircleList"/>
    <dgm:cxn modelId="{2114721E-102D-4CDA-AD57-CB958962FB04}" type="presParOf" srcId="{F5CE9162-CB4E-4A2F-90AC-6553E89E95E7}" destId="{5542E548-A399-4E13-BE29-A00F93558F44}" srcOrd="0" destOrd="0" presId="urn:microsoft.com/office/officeart/2018/2/layout/IconCircleList"/>
    <dgm:cxn modelId="{7AACFEB6-921C-40DE-BC00-6F12DC96BEBC}" type="presParOf" srcId="{5542E548-A399-4E13-BE29-A00F93558F44}" destId="{A5B67CF8-0E06-4765-AB01-2E49174678CC}" srcOrd="0" destOrd="0" presId="urn:microsoft.com/office/officeart/2018/2/layout/IconCircleList"/>
    <dgm:cxn modelId="{BED2318E-E427-45B2-AA3C-3083677C5550}" type="presParOf" srcId="{5542E548-A399-4E13-BE29-A00F93558F44}" destId="{8C309E55-1583-4441-BFF6-FB28811A61E5}" srcOrd="1" destOrd="0" presId="urn:microsoft.com/office/officeart/2018/2/layout/IconCircleList"/>
    <dgm:cxn modelId="{2A5E115E-DA7D-4B3C-87DD-F1319CA7E409}" type="presParOf" srcId="{5542E548-A399-4E13-BE29-A00F93558F44}" destId="{28C83BEB-0965-4A52-A59A-3FC18DB3C764}" srcOrd="2" destOrd="0" presId="urn:microsoft.com/office/officeart/2018/2/layout/IconCircleList"/>
    <dgm:cxn modelId="{653911AF-BE9D-4D91-A1AD-99A179D2D161}" type="presParOf" srcId="{5542E548-A399-4E13-BE29-A00F93558F44}" destId="{5346A7A2-83F8-4C59-9C9C-83C62E901E08}" srcOrd="3" destOrd="0" presId="urn:microsoft.com/office/officeart/2018/2/layout/IconCircleList"/>
    <dgm:cxn modelId="{9973CEB4-5ABD-421F-BD43-F0D45D07FDA0}" type="presParOf" srcId="{F5CE9162-CB4E-4A2F-90AC-6553E89E95E7}" destId="{9CDF6C3D-69C2-43F9-B6AA-EA64EC4C69F8}" srcOrd="1" destOrd="0" presId="urn:microsoft.com/office/officeart/2018/2/layout/IconCircleList"/>
    <dgm:cxn modelId="{EDA54E23-6AC8-4498-844E-B4F96C66483A}" type="presParOf" srcId="{F5CE9162-CB4E-4A2F-90AC-6553E89E95E7}" destId="{80306DBA-7867-44D5-863C-CEB90F54A862}" srcOrd="2" destOrd="0" presId="urn:microsoft.com/office/officeart/2018/2/layout/IconCircleList"/>
    <dgm:cxn modelId="{D5353F0B-271D-437A-B5AF-8C5C64784D4E}" type="presParOf" srcId="{80306DBA-7867-44D5-863C-CEB90F54A862}" destId="{E663BC9E-AE7C-4AB8-AE9C-52259C8AD60B}" srcOrd="0" destOrd="0" presId="urn:microsoft.com/office/officeart/2018/2/layout/IconCircleList"/>
    <dgm:cxn modelId="{1F3181C2-E445-4AEC-93C2-940D77BB0F9C}" type="presParOf" srcId="{80306DBA-7867-44D5-863C-CEB90F54A862}" destId="{E05A941B-21AE-4735-818F-3D333BC846D8}" srcOrd="1" destOrd="0" presId="urn:microsoft.com/office/officeart/2018/2/layout/IconCircleList"/>
    <dgm:cxn modelId="{B5D7CE33-5C76-4066-9170-98EDD579DD8D}" type="presParOf" srcId="{80306DBA-7867-44D5-863C-CEB90F54A862}" destId="{43D98C29-E668-4C2F-9AD3-B446A6B10C0D}" srcOrd="2" destOrd="0" presId="urn:microsoft.com/office/officeart/2018/2/layout/IconCircleList"/>
    <dgm:cxn modelId="{573E9E55-3485-49FA-BBA2-04CF21E1E5EC}" type="presParOf" srcId="{80306DBA-7867-44D5-863C-CEB90F54A862}" destId="{889F5DF1-C7AC-40BB-A012-CCDD3BA5936E}" srcOrd="3" destOrd="0" presId="urn:microsoft.com/office/officeart/2018/2/layout/IconCircleList"/>
    <dgm:cxn modelId="{5EAE3D74-60B8-4F94-93CB-0895075E5853}" type="presParOf" srcId="{F5CE9162-CB4E-4A2F-90AC-6553E89E95E7}" destId="{1D4537B3-9EB4-4E93-9438-C8444B41F02F}" srcOrd="3" destOrd="0" presId="urn:microsoft.com/office/officeart/2018/2/layout/IconCircleList"/>
    <dgm:cxn modelId="{EFF1685F-1D2A-4B2F-8D67-DB9A6020701E}" type="presParOf" srcId="{F5CE9162-CB4E-4A2F-90AC-6553E89E95E7}" destId="{53F600EA-CC45-4439-A697-3A9246D776D6}" srcOrd="4" destOrd="0" presId="urn:microsoft.com/office/officeart/2018/2/layout/IconCircleList"/>
    <dgm:cxn modelId="{CCF7DAA6-EFC5-4794-8E30-166D7D381520}" type="presParOf" srcId="{53F600EA-CC45-4439-A697-3A9246D776D6}" destId="{6D1EFD0D-1311-423C-B50B-495900DDBEA5}" srcOrd="0" destOrd="0" presId="urn:microsoft.com/office/officeart/2018/2/layout/IconCircleList"/>
    <dgm:cxn modelId="{9C797AD7-554B-47EC-8AC3-9A11D9662AA1}" type="presParOf" srcId="{53F600EA-CC45-4439-A697-3A9246D776D6}" destId="{7833635B-F10D-4F71-AA09-EB595F8719AB}" srcOrd="1" destOrd="0" presId="urn:microsoft.com/office/officeart/2018/2/layout/IconCircleList"/>
    <dgm:cxn modelId="{685A1C87-692D-45AB-BAAF-0D10FF5878AC}" type="presParOf" srcId="{53F600EA-CC45-4439-A697-3A9246D776D6}" destId="{E5154362-6346-4189-825C-36101E620555}" srcOrd="2" destOrd="0" presId="urn:microsoft.com/office/officeart/2018/2/layout/IconCircleList"/>
    <dgm:cxn modelId="{8DBCFBA9-A517-4B0C-B19B-734C6CCE777E}" type="presParOf" srcId="{53F600EA-CC45-4439-A697-3A9246D776D6}" destId="{B4E7DF72-FAF4-4EA1-96F5-615474ED1452}" srcOrd="3" destOrd="0" presId="urn:microsoft.com/office/officeart/2018/2/layout/IconCircleList"/>
    <dgm:cxn modelId="{E068EB35-3F49-418A-A212-C37751812B76}" type="presParOf" srcId="{F5CE9162-CB4E-4A2F-90AC-6553E89E95E7}" destId="{EFC9A438-C4E7-4A34-83CC-969F20B9EB8D}" srcOrd="5" destOrd="0" presId="urn:microsoft.com/office/officeart/2018/2/layout/IconCircleList"/>
    <dgm:cxn modelId="{E7F44C7E-655E-4D1B-B390-EF059897BED4}" type="presParOf" srcId="{F5CE9162-CB4E-4A2F-90AC-6553E89E95E7}" destId="{BD97FA43-2A99-4C94-B1E3-518E920C3B6C}" srcOrd="6" destOrd="0" presId="urn:microsoft.com/office/officeart/2018/2/layout/IconCircleList"/>
    <dgm:cxn modelId="{5B250EE7-8272-4FDB-9270-3A51859174FC}" type="presParOf" srcId="{BD97FA43-2A99-4C94-B1E3-518E920C3B6C}" destId="{3CDF2380-5734-4250-AF70-EE9851B5F7BC}" srcOrd="0" destOrd="0" presId="urn:microsoft.com/office/officeart/2018/2/layout/IconCircleList"/>
    <dgm:cxn modelId="{BF28E39F-5F05-43E0-A974-085DCF339232}" type="presParOf" srcId="{BD97FA43-2A99-4C94-B1E3-518E920C3B6C}" destId="{EE726A8C-816B-42AB-BC69-DEF30F245AA3}" srcOrd="1" destOrd="0" presId="urn:microsoft.com/office/officeart/2018/2/layout/IconCircleList"/>
    <dgm:cxn modelId="{F1296537-8D72-4CE5-8C85-39112A991A5E}" type="presParOf" srcId="{BD97FA43-2A99-4C94-B1E3-518E920C3B6C}" destId="{B67F39D7-183F-4ABF-936D-B867A4055F4B}" srcOrd="2" destOrd="0" presId="urn:microsoft.com/office/officeart/2018/2/layout/IconCircleList"/>
    <dgm:cxn modelId="{7390FE51-6CBE-4FB2-A2B7-BC0D2210DF88}" type="presParOf" srcId="{BD97FA43-2A99-4C94-B1E3-518E920C3B6C}" destId="{D09511BC-E04D-4F57-A5D1-625AD4BAB751}" srcOrd="3" destOrd="0" presId="urn:microsoft.com/office/officeart/2018/2/layout/IconCircleList"/>
    <dgm:cxn modelId="{9013C2C8-6945-4511-996B-3CDE45F08D0F}" type="presParOf" srcId="{F5CE9162-CB4E-4A2F-90AC-6553E89E95E7}" destId="{402CD2FD-2EFB-4D14-B845-215F105660A8}" srcOrd="7" destOrd="0" presId="urn:microsoft.com/office/officeart/2018/2/layout/IconCircleList"/>
    <dgm:cxn modelId="{054381F3-E8F9-4CB4-A6B1-C9F069EC370A}" type="presParOf" srcId="{F5CE9162-CB4E-4A2F-90AC-6553E89E95E7}" destId="{4783CD05-F126-4B40-99AC-469A0BC74C95}" srcOrd="8" destOrd="0" presId="urn:microsoft.com/office/officeart/2018/2/layout/IconCircleList"/>
    <dgm:cxn modelId="{B1C7FD9E-FAE2-4E71-BDDE-DB516DBF4AC8}" type="presParOf" srcId="{4783CD05-F126-4B40-99AC-469A0BC74C95}" destId="{5EA078BE-EEA4-417E-A55B-C760E559A358}" srcOrd="0" destOrd="0" presId="urn:microsoft.com/office/officeart/2018/2/layout/IconCircleList"/>
    <dgm:cxn modelId="{DDAD45EF-8C21-4E20-8723-D82B2125E730}" type="presParOf" srcId="{4783CD05-F126-4B40-99AC-469A0BC74C95}" destId="{F331E87E-479D-4E2D-B384-39EDE2439FE6}" srcOrd="1" destOrd="0" presId="urn:microsoft.com/office/officeart/2018/2/layout/IconCircleList"/>
    <dgm:cxn modelId="{5371AA64-CAB3-4B5F-829D-EFE7D6807924}" type="presParOf" srcId="{4783CD05-F126-4B40-99AC-469A0BC74C95}" destId="{EC2341B1-5E7C-4DE2-B797-F9E501B362AF}" srcOrd="2" destOrd="0" presId="urn:microsoft.com/office/officeart/2018/2/layout/IconCircleList"/>
    <dgm:cxn modelId="{38F60C7A-4380-4EA8-8105-5457B4CD42AF}" type="presParOf" srcId="{4783CD05-F126-4B40-99AC-469A0BC74C95}" destId="{2CED5862-797F-49B2-9179-D59742A73A56}" srcOrd="3" destOrd="0" presId="urn:microsoft.com/office/officeart/2018/2/layout/IconCircleList"/>
    <dgm:cxn modelId="{DBC03BB5-324C-4E32-9746-E53611419AB3}" type="presParOf" srcId="{F5CE9162-CB4E-4A2F-90AC-6553E89E95E7}" destId="{776CE34B-D3C9-4E35-9174-BDFD168B56DB}" srcOrd="9" destOrd="0" presId="urn:microsoft.com/office/officeart/2018/2/layout/IconCircleList"/>
    <dgm:cxn modelId="{6900285A-E1CD-49A1-A453-BD41A7F0DB75}" type="presParOf" srcId="{F5CE9162-CB4E-4A2F-90AC-6553E89E95E7}" destId="{3EC7F4B9-AF4C-4250-B51B-398AC4665AF4}" srcOrd="10" destOrd="0" presId="urn:microsoft.com/office/officeart/2018/2/layout/IconCircleList"/>
    <dgm:cxn modelId="{56D1C8F2-2FB1-4822-B43F-B0CE6DBCFD7A}" type="presParOf" srcId="{3EC7F4B9-AF4C-4250-B51B-398AC4665AF4}" destId="{093B4002-8CC6-4E47-B692-15DE81DB3A35}" srcOrd="0" destOrd="0" presId="urn:microsoft.com/office/officeart/2018/2/layout/IconCircleList"/>
    <dgm:cxn modelId="{DBCCBD60-FE5C-48E3-90D7-0735BBC227F8}" type="presParOf" srcId="{3EC7F4B9-AF4C-4250-B51B-398AC4665AF4}" destId="{9D10CA2D-85E0-492C-A737-FA2C5AD1DEDD}" srcOrd="1" destOrd="0" presId="urn:microsoft.com/office/officeart/2018/2/layout/IconCircleList"/>
    <dgm:cxn modelId="{5B70DFA5-3164-45C8-8A52-E4658A01D7C1}" type="presParOf" srcId="{3EC7F4B9-AF4C-4250-B51B-398AC4665AF4}" destId="{3ABAB01A-A7BC-4DB0-BE8B-DD2B066BCD3E}" srcOrd="2" destOrd="0" presId="urn:microsoft.com/office/officeart/2018/2/layout/IconCircleList"/>
    <dgm:cxn modelId="{53442C2C-8389-483A-9974-4676AA209B93}" type="presParOf" srcId="{3EC7F4B9-AF4C-4250-B51B-398AC4665AF4}" destId="{B432E2B4-A0CC-42D0-9754-3322D88E403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ABB990E-A214-4D82-8B2B-02A6D933EB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D0CD5F3-0FBB-4B18-AAD5-873BE5831E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Google Docs, Drive, Meet, and Forms. </a:t>
          </a:r>
        </a:p>
      </dgm:t>
    </dgm:pt>
    <dgm:pt modelId="{C3CD784C-26CC-48BD-8F3B-73686F3EEFA6}" type="parTrans" cxnId="{CABEFABF-AB95-48C0-ACC2-1D6AC675B440}">
      <dgm:prSet/>
      <dgm:spPr/>
      <dgm:t>
        <a:bodyPr/>
        <a:lstStyle/>
        <a:p>
          <a:endParaRPr lang="en-US"/>
        </a:p>
      </dgm:t>
    </dgm:pt>
    <dgm:pt modelId="{ACBABBE4-DD02-414D-8DEE-DB41861D2E59}" type="sibTrans" cxnId="{CABEFABF-AB95-48C0-ACC2-1D6AC675B440}">
      <dgm:prSet/>
      <dgm:spPr/>
      <dgm:t>
        <a:bodyPr/>
        <a:lstStyle/>
        <a:p>
          <a:endParaRPr lang="en-US"/>
        </a:p>
      </dgm:t>
    </dgm:pt>
    <dgm:pt modelId="{C17454C6-AEFE-4B0A-95D3-305BD6EC1F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feedback and grading system. </a:t>
          </a:r>
        </a:p>
      </dgm:t>
    </dgm:pt>
    <dgm:pt modelId="{F38CBE96-193F-4B13-96EF-D806E5E79170}" type="parTrans" cxnId="{118B6F1D-F5B3-4E46-AE54-42BCD0FFD13D}">
      <dgm:prSet/>
      <dgm:spPr/>
      <dgm:t>
        <a:bodyPr/>
        <a:lstStyle/>
        <a:p>
          <a:endParaRPr lang="en-US"/>
        </a:p>
      </dgm:t>
    </dgm:pt>
    <dgm:pt modelId="{506EEEBE-3001-4254-A3A2-A63E76451840}" type="sibTrans" cxnId="{118B6F1D-F5B3-4E46-AE54-42BCD0FFD13D}">
      <dgm:prSet/>
      <dgm:spPr/>
      <dgm:t>
        <a:bodyPr/>
        <a:lstStyle/>
        <a:p>
          <a:endParaRPr lang="en-US"/>
        </a:p>
      </dgm:t>
    </dgm:pt>
    <dgm:pt modelId="{C861C54A-66C4-4A25-80B0-E12B93C915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Stream for announcements and discussions.</a:t>
          </a:r>
        </a:p>
      </dgm:t>
    </dgm:pt>
    <dgm:pt modelId="{5BD03CB4-2A66-48D2-9C14-08FB46F48456}" type="parTrans" cxnId="{4747DC6F-5BB6-4ED4-A5EC-729EE92787DE}">
      <dgm:prSet/>
      <dgm:spPr/>
      <dgm:t>
        <a:bodyPr/>
        <a:lstStyle/>
        <a:p>
          <a:endParaRPr lang="en-US"/>
        </a:p>
      </dgm:t>
    </dgm:pt>
    <dgm:pt modelId="{6A90A62A-4B9D-4D55-869B-A407910DD7C6}" type="sibTrans" cxnId="{4747DC6F-5BB6-4ED4-A5EC-729EE92787DE}">
      <dgm:prSet/>
      <dgm:spPr/>
      <dgm:t>
        <a:bodyPr/>
        <a:lstStyle/>
        <a:p>
          <a:endParaRPr lang="en-US"/>
        </a:p>
      </dgm:t>
    </dgm:pt>
    <dgm:pt modelId="{F561792E-562D-49AF-99CC-C0204B4248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Auto-saving materials in Google Drive. </a:t>
          </a:r>
        </a:p>
      </dgm:t>
    </dgm:pt>
    <dgm:pt modelId="{24633EA1-7DD0-45ED-B21F-84194FE099DF}" type="parTrans" cxnId="{A9C8228D-A38D-4CC8-8513-7FA72237199B}">
      <dgm:prSet/>
      <dgm:spPr/>
      <dgm:t>
        <a:bodyPr/>
        <a:lstStyle/>
        <a:p>
          <a:endParaRPr lang="en-US"/>
        </a:p>
      </dgm:t>
    </dgm:pt>
    <dgm:pt modelId="{332A7716-AD58-4E50-8424-39F282223E8C}" type="sibTrans" cxnId="{A9C8228D-A38D-4CC8-8513-7FA72237199B}">
      <dgm:prSet/>
      <dgm:spPr/>
      <dgm:t>
        <a:bodyPr/>
        <a:lstStyle/>
        <a:p>
          <a:endParaRPr lang="en-US"/>
        </a:p>
      </dgm:t>
    </dgm:pt>
    <dgm:pt modelId="{605C4AAB-D897-4256-899D-716299EE3F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Benefits: Saves time and paper. Encourages organized and interactive learning. Boosts collaboration and engagement.</a:t>
          </a:r>
        </a:p>
      </dgm:t>
    </dgm:pt>
    <dgm:pt modelId="{2FED6D84-6DF9-4EB8-A95A-B942082729A8}" type="parTrans" cxnId="{CE0F1F1B-E09D-4C29-B565-58BD73AD38E2}">
      <dgm:prSet/>
      <dgm:spPr/>
      <dgm:t>
        <a:bodyPr/>
        <a:lstStyle/>
        <a:p>
          <a:endParaRPr lang="en-US"/>
        </a:p>
      </dgm:t>
    </dgm:pt>
    <dgm:pt modelId="{18F731F6-5C9F-435A-83CD-DAC27D640B44}" type="sibTrans" cxnId="{CE0F1F1B-E09D-4C29-B565-58BD73AD38E2}">
      <dgm:prSet/>
      <dgm:spPr/>
      <dgm:t>
        <a:bodyPr/>
        <a:lstStyle/>
        <a:p>
          <a:endParaRPr lang="en-US"/>
        </a:p>
      </dgm:t>
    </dgm:pt>
    <dgm:pt modelId="{533CCB50-B3D9-4DD3-96C0-BB38BDA8FAAA}" type="pres">
      <dgm:prSet presAssocID="{5ABB990E-A214-4D82-8B2B-02A6D933EB79}" presName="root" presStyleCnt="0">
        <dgm:presLayoutVars>
          <dgm:dir/>
          <dgm:resizeHandles val="exact"/>
        </dgm:presLayoutVars>
      </dgm:prSet>
      <dgm:spPr/>
    </dgm:pt>
    <dgm:pt modelId="{E692BF04-705E-4C5B-875E-813E18F6D5DF}" type="pres">
      <dgm:prSet presAssocID="{9D0CD5F3-0FBB-4B18-AAD5-873BE5831EFA}" presName="compNode" presStyleCnt="0"/>
      <dgm:spPr/>
    </dgm:pt>
    <dgm:pt modelId="{473D1D4C-F344-4CC4-A40C-F525A62B1460}" type="pres">
      <dgm:prSet presAssocID="{9D0CD5F3-0FBB-4B18-AAD5-873BE5831EFA}" presName="bgRect" presStyleLbl="bgShp" presStyleIdx="0" presStyleCnt="5"/>
      <dgm:spPr/>
    </dgm:pt>
    <dgm:pt modelId="{E190F063-09A0-43C6-83FE-9457174242A9}" type="pres">
      <dgm:prSet presAssocID="{9D0CD5F3-0FBB-4B18-AAD5-873BE5831EF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CA123CE-E18B-4ED5-BB1A-93A54F1703CD}" type="pres">
      <dgm:prSet presAssocID="{9D0CD5F3-0FBB-4B18-AAD5-873BE5831EFA}" presName="spaceRect" presStyleCnt="0"/>
      <dgm:spPr/>
    </dgm:pt>
    <dgm:pt modelId="{13FD2802-A0AD-406B-B56E-594C3E2F341A}" type="pres">
      <dgm:prSet presAssocID="{9D0CD5F3-0FBB-4B18-AAD5-873BE5831EFA}" presName="parTx" presStyleLbl="revTx" presStyleIdx="0" presStyleCnt="5">
        <dgm:presLayoutVars>
          <dgm:chMax val="0"/>
          <dgm:chPref val="0"/>
        </dgm:presLayoutVars>
      </dgm:prSet>
      <dgm:spPr/>
    </dgm:pt>
    <dgm:pt modelId="{93151575-E85B-4D0E-B8D5-A679963E6ACB}" type="pres">
      <dgm:prSet presAssocID="{ACBABBE4-DD02-414D-8DEE-DB41861D2E59}" presName="sibTrans" presStyleCnt="0"/>
      <dgm:spPr/>
    </dgm:pt>
    <dgm:pt modelId="{8B2E367A-4D1F-4A7E-AC1F-B91643AD666B}" type="pres">
      <dgm:prSet presAssocID="{C17454C6-AEFE-4B0A-95D3-305BD6EC1F55}" presName="compNode" presStyleCnt="0"/>
      <dgm:spPr/>
    </dgm:pt>
    <dgm:pt modelId="{78D1B798-86E4-4D60-9F42-9DEA2E41F5A4}" type="pres">
      <dgm:prSet presAssocID="{C17454C6-AEFE-4B0A-95D3-305BD6EC1F55}" presName="bgRect" presStyleLbl="bgShp" presStyleIdx="1" presStyleCnt="5"/>
      <dgm:spPr/>
    </dgm:pt>
    <dgm:pt modelId="{B7D3E696-BE43-4FD2-99DF-1DC4D85608C0}" type="pres">
      <dgm:prSet presAssocID="{C17454C6-AEFE-4B0A-95D3-305BD6EC1F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08909EC-A27C-48D4-917F-80535F6E0AB8}" type="pres">
      <dgm:prSet presAssocID="{C17454C6-AEFE-4B0A-95D3-305BD6EC1F55}" presName="spaceRect" presStyleCnt="0"/>
      <dgm:spPr/>
    </dgm:pt>
    <dgm:pt modelId="{395426EB-54C0-42E5-8AA4-98CA8D3D5B6F}" type="pres">
      <dgm:prSet presAssocID="{C17454C6-AEFE-4B0A-95D3-305BD6EC1F55}" presName="parTx" presStyleLbl="revTx" presStyleIdx="1" presStyleCnt="5">
        <dgm:presLayoutVars>
          <dgm:chMax val="0"/>
          <dgm:chPref val="0"/>
        </dgm:presLayoutVars>
      </dgm:prSet>
      <dgm:spPr/>
    </dgm:pt>
    <dgm:pt modelId="{84450C8E-75E0-4DDA-A75E-CCCEA86F96AA}" type="pres">
      <dgm:prSet presAssocID="{506EEEBE-3001-4254-A3A2-A63E76451840}" presName="sibTrans" presStyleCnt="0"/>
      <dgm:spPr/>
    </dgm:pt>
    <dgm:pt modelId="{FD0C2DEC-F555-4246-A58E-3E2305A479D9}" type="pres">
      <dgm:prSet presAssocID="{C861C54A-66C4-4A25-80B0-E12B93C91516}" presName="compNode" presStyleCnt="0"/>
      <dgm:spPr/>
    </dgm:pt>
    <dgm:pt modelId="{0B2A86D1-4AC2-449E-B6D9-C7CE0A77F8ED}" type="pres">
      <dgm:prSet presAssocID="{C861C54A-66C4-4A25-80B0-E12B93C91516}" presName="bgRect" presStyleLbl="bgShp" presStyleIdx="2" presStyleCnt="5"/>
      <dgm:spPr/>
    </dgm:pt>
    <dgm:pt modelId="{758B28B7-5C39-4F12-8973-23D66A759795}" type="pres">
      <dgm:prSet presAssocID="{C861C54A-66C4-4A25-80B0-E12B93C9151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87178571-7170-430E-BD94-8D90430AEF09}" type="pres">
      <dgm:prSet presAssocID="{C861C54A-66C4-4A25-80B0-E12B93C91516}" presName="spaceRect" presStyleCnt="0"/>
      <dgm:spPr/>
    </dgm:pt>
    <dgm:pt modelId="{48B6DE4E-2BFF-40D6-A221-E44C0C82B5F1}" type="pres">
      <dgm:prSet presAssocID="{C861C54A-66C4-4A25-80B0-E12B93C91516}" presName="parTx" presStyleLbl="revTx" presStyleIdx="2" presStyleCnt="5">
        <dgm:presLayoutVars>
          <dgm:chMax val="0"/>
          <dgm:chPref val="0"/>
        </dgm:presLayoutVars>
      </dgm:prSet>
      <dgm:spPr/>
    </dgm:pt>
    <dgm:pt modelId="{DC8944E4-D455-4ABA-A67B-28AE5F6CC984}" type="pres">
      <dgm:prSet presAssocID="{6A90A62A-4B9D-4D55-869B-A407910DD7C6}" presName="sibTrans" presStyleCnt="0"/>
      <dgm:spPr/>
    </dgm:pt>
    <dgm:pt modelId="{FDAF519B-04E7-4AB4-8DA7-62BE57F6CED7}" type="pres">
      <dgm:prSet presAssocID="{F561792E-562D-49AF-99CC-C0204B424849}" presName="compNode" presStyleCnt="0"/>
      <dgm:spPr/>
    </dgm:pt>
    <dgm:pt modelId="{BA9F744D-DD5F-453A-9919-0CE1E3953174}" type="pres">
      <dgm:prSet presAssocID="{F561792E-562D-49AF-99CC-C0204B424849}" presName="bgRect" presStyleLbl="bgShp" presStyleIdx="3" presStyleCnt="5"/>
      <dgm:spPr/>
    </dgm:pt>
    <dgm:pt modelId="{51B423A8-E3C8-4041-AA2D-5CDA233300F5}" type="pres">
      <dgm:prSet presAssocID="{F561792E-562D-49AF-99CC-C0204B42484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901838B6-C536-4E15-AD1A-AF58DF654CD3}" type="pres">
      <dgm:prSet presAssocID="{F561792E-562D-49AF-99CC-C0204B424849}" presName="spaceRect" presStyleCnt="0"/>
      <dgm:spPr/>
    </dgm:pt>
    <dgm:pt modelId="{F8A24AD3-2976-495C-ABA9-945C248228AD}" type="pres">
      <dgm:prSet presAssocID="{F561792E-562D-49AF-99CC-C0204B424849}" presName="parTx" presStyleLbl="revTx" presStyleIdx="3" presStyleCnt="5">
        <dgm:presLayoutVars>
          <dgm:chMax val="0"/>
          <dgm:chPref val="0"/>
        </dgm:presLayoutVars>
      </dgm:prSet>
      <dgm:spPr/>
    </dgm:pt>
    <dgm:pt modelId="{0C455504-7C1E-433A-94F2-7477ED45EC43}" type="pres">
      <dgm:prSet presAssocID="{332A7716-AD58-4E50-8424-39F282223E8C}" presName="sibTrans" presStyleCnt="0"/>
      <dgm:spPr/>
    </dgm:pt>
    <dgm:pt modelId="{D1AB8AD5-EEB3-4987-B5ED-CE7644C9E832}" type="pres">
      <dgm:prSet presAssocID="{605C4AAB-D897-4256-899D-716299EE3FA3}" presName="compNode" presStyleCnt="0"/>
      <dgm:spPr/>
    </dgm:pt>
    <dgm:pt modelId="{92013EE8-C09B-4A16-8777-DFABD40E7DC5}" type="pres">
      <dgm:prSet presAssocID="{605C4AAB-D897-4256-899D-716299EE3FA3}" presName="bgRect" presStyleLbl="bgShp" presStyleIdx="4" presStyleCnt="5"/>
      <dgm:spPr/>
    </dgm:pt>
    <dgm:pt modelId="{93BC7A2A-1F73-4E1D-8592-1670B9776689}" type="pres">
      <dgm:prSet presAssocID="{605C4AAB-D897-4256-899D-716299EE3FA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F6FCA84-B432-4069-8AB1-F85DD900B5FC}" type="pres">
      <dgm:prSet presAssocID="{605C4AAB-D897-4256-899D-716299EE3FA3}" presName="spaceRect" presStyleCnt="0"/>
      <dgm:spPr/>
    </dgm:pt>
    <dgm:pt modelId="{6743E54E-0A55-4CA3-B08B-6F8F0A419F61}" type="pres">
      <dgm:prSet presAssocID="{605C4AAB-D897-4256-899D-716299EE3FA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E0F1F1B-E09D-4C29-B565-58BD73AD38E2}" srcId="{5ABB990E-A214-4D82-8B2B-02A6D933EB79}" destId="{605C4AAB-D897-4256-899D-716299EE3FA3}" srcOrd="4" destOrd="0" parTransId="{2FED6D84-6DF9-4EB8-A95A-B942082729A8}" sibTransId="{18F731F6-5C9F-435A-83CD-DAC27D640B44}"/>
    <dgm:cxn modelId="{118B6F1D-F5B3-4E46-AE54-42BCD0FFD13D}" srcId="{5ABB990E-A214-4D82-8B2B-02A6D933EB79}" destId="{C17454C6-AEFE-4B0A-95D3-305BD6EC1F55}" srcOrd="1" destOrd="0" parTransId="{F38CBE96-193F-4B13-96EF-D806E5E79170}" sibTransId="{506EEEBE-3001-4254-A3A2-A63E76451840}"/>
    <dgm:cxn modelId="{10C2A837-B978-4886-A762-46E8E09D84CF}" type="presOf" srcId="{C17454C6-AEFE-4B0A-95D3-305BD6EC1F55}" destId="{395426EB-54C0-42E5-8AA4-98CA8D3D5B6F}" srcOrd="0" destOrd="0" presId="urn:microsoft.com/office/officeart/2018/2/layout/IconVerticalSolidList"/>
    <dgm:cxn modelId="{7914223B-C788-45B0-A3B1-9E6ED8FFA2F9}" type="presOf" srcId="{605C4AAB-D897-4256-899D-716299EE3FA3}" destId="{6743E54E-0A55-4CA3-B08B-6F8F0A419F61}" srcOrd="0" destOrd="0" presId="urn:microsoft.com/office/officeart/2018/2/layout/IconVerticalSolidList"/>
    <dgm:cxn modelId="{B3B79A5C-32AF-4EAF-8DCD-4126D9F94336}" type="presOf" srcId="{C861C54A-66C4-4A25-80B0-E12B93C91516}" destId="{48B6DE4E-2BFF-40D6-A221-E44C0C82B5F1}" srcOrd="0" destOrd="0" presId="urn:microsoft.com/office/officeart/2018/2/layout/IconVerticalSolidList"/>
    <dgm:cxn modelId="{A3767269-4476-4927-A775-3E55F322F7C5}" type="presOf" srcId="{F561792E-562D-49AF-99CC-C0204B424849}" destId="{F8A24AD3-2976-495C-ABA9-945C248228AD}" srcOrd="0" destOrd="0" presId="urn:microsoft.com/office/officeart/2018/2/layout/IconVerticalSolidList"/>
    <dgm:cxn modelId="{4747DC6F-5BB6-4ED4-A5EC-729EE92787DE}" srcId="{5ABB990E-A214-4D82-8B2B-02A6D933EB79}" destId="{C861C54A-66C4-4A25-80B0-E12B93C91516}" srcOrd="2" destOrd="0" parTransId="{5BD03CB4-2A66-48D2-9C14-08FB46F48456}" sibTransId="{6A90A62A-4B9D-4D55-869B-A407910DD7C6}"/>
    <dgm:cxn modelId="{603EA079-37C8-4C00-A195-0D18F08FD0DA}" type="presOf" srcId="{9D0CD5F3-0FBB-4B18-AAD5-873BE5831EFA}" destId="{13FD2802-A0AD-406B-B56E-594C3E2F341A}" srcOrd="0" destOrd="0" presId="urn:microsoft.com/office/officeart/2018/2/layout/IconVerticalSolidList"/>
    <dgm:cxn modelId="{3A6B247E-10EB-4C7D-AA8A-C653CADD5CB2}" type="presOf" srcId="{5ABB990E-A214-4D82-8B2B-02A6D933EB79}" destId="{533CCB50-B3D9-4DD3-96C0-BB38BDA8FAAA}" srcOrd="0" destOrd="0" presId="urn:microsoft.com/office/officeart/2018/2/layout/IconVerticalSolidList"/>
    <dgm:cxn modelId="{A9C8228D-A38D-4CC8-8513-7FA72237199B}" srcId="{5ABB990E-A214-4D82-8B2B-02A6D933EB79}" destId="{F561792E-562D-49AF-99CC-C0204B424849}" srcOrd="3" destOrd="0" parTransId="{24633EA1-7DD0-45ED-B21F-84194FE099DF}" sibTransId="{332A7716-AD58-4E50-8424-39F282223E8C}"/>
    <dgm:cxn modelId="{CABEFABF-AB95-48C0-ACC2-1D6AC675B440}" srcId="{5ABB990E-A214-4D82-8B2B-02A6D933EB79}" destId="{9D0CD5F3-0FBB-4B18-AAD5-873BE5831EFA}" srcOrd="0" destOrd="0" parTransId="{C3CD784C-26CC-48BD-8F3B-73686F3EEFA6}" sibTransId="{ACBABBE4-DD02-414D-8DEE-DB41861D2E59}"/>
    <dgm:cxn modelId="{824A6423-05BD-4FE1-8667-8165003743B8}" type="presParOf" srcId="{533CCB50-B3D9-4DD3-96C0-BB38BDA8FAAA}" destId="{E692BF04-705E-4C5B-875E-813E18F6D5DF}" srcOrd="0" destOrd="0" presId="urn:microsoft.com/office/officeart/2018/2/layout/IconVerticalSolidList"/>
    <dgm:cxn modelId="{75402013-2C90-4A36-8977-653121F32998}" type="presParOf" srcId="{E692BF04-705E-4C5B-875E-813E18F6D5DF}" destId="{473D1D4C-F344-4CC4-A40C-F525A62B1460}" srcOrd="0" destOrd="0" presId="urn:microsoft.com/office/officeart/2018/2/layout/IconVerticalSolidList"/>
    <dgm:cxn modelId="{216B0D0E-E98D-4BAD-8590-D4ABEAF06194}" type="presParOf" srcId="{E692BF04-705E-4C5B-875E-813E18F6D5DF}" destId="{E190F063-09A0-43C6-83FE-9457174242A9}" srcOrd="1" destOrd="0" presId="urn:microsoft.com/office/officeart/2018/2/layout/IconVerticalSolidList"/>
    <dgm:cxn modelId="{67D22CAB-C287-4656-A3A3-F926A143D9AF}" type="presParOf" srcId="{E692BF04-705E-4C5B-875E-813E18F6D5DF}" destId="{DCA123CE-E18B-4ED5-BB1A-93A54F1703CD}" srcOrd="2" destOrd="0" presId="urn:microsoft.com/office/officeart/2018/2/layout/IconVerticalSolidList"/>
    <dgm:cxn modelId="{D3880094-4676-4BDD-8ABA-732EB0083204}" type="presParOf" srcId="{E692BF04-705E-4C5B-875E-813E18F6D5DF}" destId="{13FD2802-A0AD-406B-B56E-594C3E2F341A}" srcOrd="3" destOrd="0" presId="urn:microsoft.com/office/officeart/2018/2/layout/IconVerticalSolidList"/>
    <dgm:cxn modelId="{3C7D3973-70D8-42C3-BDE6-44552D576104}" type="presParOf" srcId="{533CCB50-B3D9-4DD3-96C0-BB38BDA8FAAA}" destId="{93151575-E85B-4D0E-B8D5-A679963E6ACB}" srcOrd="1" destOrd="0" presId="urn:microsoft.com/office/officeart/2018/2/layout/IconVerticalSolidList"/>
    <dgm:cxn modelId="{50DDE5DC-774E-49A2-BFB4-C5B1D05344E0}" type="presParOf" srcId="{533CCB50-B3D9-4DD3-96C0-BB38BDA8FAAA}" destId="{8B2E367A-4D1F-4A7E-AC1F-B91643AD666B}" srcOrd="2" destOrd="0" presId="urn:microsoft.com/office/officeart/2018/2/layout/IconVerticalSolidList"/>
    <dgm:cxn modelId="{738C3E4D-B942-4E06-AD38-10877E52C09A}" type="presParOf" srcId="{8B2E367A-4D1F-4A7E-AC1F-B91643AD666B}" destId="{78D1B798-86E4-4D60-9F42-9DEA2E41F5A4}" srcOrd="0" destOrd="0" presId="urn:microsoft.com/office/officeart/2018/2/layout/IconVerticalSolidList"/>
    <dgm:cxn modelId="{62ED0FAB-1883-4789-8584-6A4D81C6C8F1}" type="presParOf" srcId="{8B2E367A-4D1F-4A7E-AC1F-B91643AD666B}" destId="{B7D3E696-BE43-4FD2-99DF-1DC4D85608C0}" srcOrd="1" destOrd="0" presId="urn:microsoft.com/office/officeart/2018/2/layout/IconVerticalSolidList"/>
    <dgm:cxn modelId="{5D7F4F80-AC89-41E9-8EDA-AF43D6006136}" type="presParOf" srcId="{8B2E367A-4D1F-4A7E-AC1F-B91643AD666B}" destId="{308909EC-A27C-48D4-917F-80535F6E0AB8}" srcOrd="2" destOrd="0" presId="urn:microsoft.com/office/officeart/2018/2/layout/IconVerticalSolidList"/>
    <dgm:cxn modelId="{2630450F-62EA-41BD-BBD2-E98B038CC6BE}" type="presParOf" srcId="{8B2E367A-4D1F-4A7E-AC1F-B91643AD666B}" destId="{395426EB-54C0-42E5-8AA4-98CA8D3D5B6F}" srcOrd="3" destOrd="0" presId="urn:microsoft.com/office/officeart/2018/2/layout/IconVerticalSolidList"/>
    <dgm:cxn modelId="{E4018363-DCA7-4DB0-AB7B-51E6145B8059}" type="presParOf" srcId="{533CCB50-B3D9-4DD3-96C0-BB38BDA8FAAA}" destId="{84450C8E-75E0-4DDA-A75E-CCCEA86F96AA}" srcOrd="3" destOrd="0" presId="urn:microsoft.com/office/officeart/2018/2/layout/IconVerticalSolidList"/>
    <dgm:cxn modelId="{A543E4CD-99EA-466E-9B74-4EEB620B0D78}" type="presParOf" srcId="{533CCB50-B3D9-4DD3-96C0-BB38BDA8FAAA}" destId="{FD0C2DEC-F555-4246-A58E-3E2305A479D9}" srcOrd="4" destOrd="0" presId="urn:microsoft.com/office/officeart/2018/2/layout/IconVerticalSolidList"/>
    <dgm:cxn modelId="{8A3FAFAF-53A1-433F-B0C5-5287D9178210}" type="presParOf" srcId="{FD0C2DEC-F555-4246-A58E-3E2305A479D9}" destId="{0B2A86D1-4AC2-449E-B6D9-C7CE0A77F8ED}" srcOrd="0" destOrd="0" presId="urn:microsoft.com/office/officeart/2018/2/layout/IconVerticalSolidList"/>
    <dgm:cxn modelId="{7A881193-1131-46F6-8616-1D64EAC07B1A}" type="presParOf" srcId="{FD0C2DEC-F555-4246-A58E-3E2305A479D9}" destId="{758B28B7-5C39-4F12-8973-23D66A759795}" srcOrd="1" destOrd="0" presId="urn:microsoft.com/office/officeart/2018/2/layout/IconVerticalSolidList"/>
    <dgm:cxn modelId="{3A237F65-E607-4A55-A4A5-35C91948FB36}" type="presParOf" srcId="{FD0C2DEC-F555-4246-A58E-3E2305A479D9}" destId="{87178571-7170-430E-BD94-8D90430AEF09}" srcOrd="2" destOrd="0" presId="urn:microsoft.com/office/officeart/2018/2/layout/IconVerticalSolidList"/>
    <dgm:cxn modelId="{73E2CC60-6252-4B00-A6B8-9B1DCD5B3A3A}" type="presParOf" srcId="{FD0C2DEC-F555-4246-A58E-3E2305A479D9}" destId="{48B6DE4E-2BFF-40D6-A221-E44C0C82B5F1}" srcOrd="3" destOrd="0" presId="urn:microsoft.com/office/officeart/2018/2/layout/IconVerticalSolidList"/>
    <dgm:cxn modelId="{39D86634-EB6B-41E8-972C-8FF11CA5F7EE}" type="presParOf" srcId="{533CCB50-B3D9-4DD3-96C0-BB38BDA8FAAA}" destId="{DC8944E4-D455-4ABA-A67B-28AE5F6CC984}" srcOrd="5" destOrd="0" presId="urn:microsoft.com/office/officeart/2018/2/layout/IconVerticalSolidList"/>
    <dgm:cxn modelId="{CA23F77B-F411-4797-8D0B-0ACA8288B27C}" type="presParOf" srcId="{533CCB50-B3D9-4DD3-96C0-BB38BDA8FAAA}" destId="{FDAF519B-04E7-4AB4-8DA7-62BE57F6CED7}" srcOrd="6" destOrd="0" presId="urn:microsoft.com/office/officeart/2018/2/layout/IconVerticalSolidList"/>
    <dgm:cxn modelId="{6A03EC1A-E26D-4EC4-9843-1980D2EB95F5}" type="presParOf" srcId="{FDAF519B-04E7-4AB4-8DA7-62BE57F6CED7}" destId="{BA9F744D-DD5F-453A-9919-0CE1E3953174}" srcOrd="0" destOrd="0" presId="urn:microsoft.com/office/officeart/2018/2/layout/IconVerticalSolidList"/>
    <dgm:cxn modelId="{3AA103A6-5656-48BB-B6DA-3065F5495C47}" type="presParOf" srcId="{FDAF519B-04E7-4AB4-8DA7-62BE57F6CED7}" destId="{51B423A8-E3C8-4041-AA2D-5CDA233300F5}" srcOrd="1" destOrd="0" presId="urn:microsoft.com/office/officeart/2018/2/layout/IconVerticalSolidList"/>
    <dgm:cxn modelId="{D70921C1-FFF5-4639-9FBC-103BBF414BF5}" type="presParOf" srcId="{FDAF519B-04E7-4AB4-8DA7-62BE57F6CED7}" destId="{901838B6-C536-4E15-AD1A-AF58DF654CD3}" srcOrd="2" destOrd="0" presId="urn:microsoft.com/office/officeart/2018/2/layout/IconVerticalSolidList"/>
    <dgm:cxn modelId="{E553C279-A0C5-4349-8E39-C6221C1793F4}" type="presParOf" srcId="{FDAF519B-04E7-4AB4-8DA7-62BE57F6CED7}" destId="{F8A24AD3-2976-495C-ABA9-945C248228AD}" srcOrd="3" destOrd="0" presId="urn:microsoft.com/office/officeart/2018/2/layout/IconVerticalSolidList"/>
    <dgm:cxn modelId="{51C1B3B8-BF09-4337-AD51-343746C970B2}" type="presParOf" srcId="{533CCB50-B3D9-4DD3-96C0-BB38BDA8FAAA}" destId="{0C455504-7C1E-433A-94F2-7477ED45EC43}" srcOrd="7" destOrd="0" presId="urn:microsoft.com/office/officeart/2018/2/layout/IconVerticalSolidList"/>
    <dgm:cxn modelId="{99BBC62D-EDDF-4969-99C4-E31500271C70}" type="presParOf" srcId="{533CCB50-B3D9-4DD3-96C0-BB38BDA8FAAA}" destId="{D1AB8AD5-EEB3-4987-B5ED-CE7644C9E832}" srcOrd="8" destOrd="0" presId="urn:microsoft.com/office/officeart/2018/2/layout/IconVerticalSolidList"/>
    <dgm:cxn modelId="{FD1A7B41-18A5-46A4-96DB-8A5A99B6FBC7}" type="presParOf" srcId="{D1AB8AD5-EEB3-4987-B5ED-CE7644C9E832}" destId="{92013EE8-C09B-4A16-8777-DFABD40E7DC5}" srcOrd="0" destOrd="0" presId="urn:microsoft.com/office/officeart/2018/2/layout/IconVerticalSolidList"/>
    <dgm:cxn modelId="{D8CD9589-EE10-4574-B18C-CDB85C97BDA7}" type="presParOf" srcId="{D1AB8AD5-EEB3-4987-B5ED-CE7644C9E832}" destId="{93BC7A2A-1F73-4E1D-8592-1670B9776689}" srcOrd="1" destOrd="0" presId="urn:microsoft.com/office/officeart/2018/2/layout/IconVerticalSolidList"/>
    <dgm:cxn modelId="{6F55CDE1-16B0-4C12-9A45-A2C85CE7606D}" type="presParOf" srcId="{D1AB8AD5-EEB3-4987-B5ED-CE7644C9E832}" destId="{4F6FCA84-B432-4069-8AB1-F85DD900B5FC}" srcOrd="2" destOrd="0" presId="urn:microsoft.com/office/officeart/2018/2/layout/IconVerticalSolidList"/>
    <dgm:cxn modelId="{CC08000C-34C9-4B42-BCB5-27F5C8D9F10E}" type="presParOf" srcId="{D1AB8AD5-EEB3-4987-B5ED-CE7644C9E832}" destId="{6743E54E-0A55-4CA3-B08B-6F8F0A419F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60B288-0FCB-4A38-986D-DE04E2560D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F1BB5E0B-7578-4932-9B71-AAE96E3BB4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in schools, colleges, and corporate training.</a:t>
          </a:r>
        </a:p>
      </dgm:t>
    </dgm:pt>
    <dgm:pt modelId="{26C24612-907C-4CD2-B3C9-DF2B36ACB178}" type="parTrans" cxnId="{9E9A0014-F831-4776-8D1C-5DC4E97E262C}">
      <dgm:prSet/>
      <dgm:spPr/>
      <dgm:t>
        <a:bodyPr/>
        <a:lstStyle/>
        <a:p>
          <a:endParaRPr lang="en-US"/>
        </a:p>
      </dgm:t>
    </dgm:pt>
    <dgm:pt modelId="{D21844D4-CF1F-46FF-803A-2EAF005EC045}" type="sibTrans" cxnId="{9E9A0014-F831-4776-8D1C-5DC4E97E262C}">
      <dgm:prSet/>
      <dgm:spPr/>
      <dgm:t>
        <a:bodyPr/>
        <a:lstStyle/>
        <a:p>
          <a:endParaRPr lang="en-US"/>
        </a:p>
      </dgm:t>
    </dgm:pt>
    <dgm:pt modelId="{F244DD3D-4BB6-4184-8A80-B1325A272A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Ideal for assignments, announcements, and assessments. </a:t>
          </a:r>
        </a:p>
      </dgm:t>
    </dgm:pt>
    <dgm:pt modelId="{297D9038-A920-4636-8FAF-56D69EC2B8EC}" type="parTrans" cxnId="{C6A2BED1-0A7A-4DED-96E9-3050B525AB41}">
      <dgm:prSet/>
      <dgm:spPr/>
      <dgm:t>
        <a:bodyPr/>
        <a:lstStyle/>
        <a:p>
          <a:endParaRPr lang="en-US"/>
        </a:p>
      </dgm:t>
    </dgm:pt>
    <dgm:pt modelId="{4610B898-2631-4EC0-81B3-1373CF3A935A}" type="sibTrans" cxnId="{C6A2BED1-0A7A-4DED-96E9-3050B525AB41}">
      <dgm:prSet/>
      <dgm:spPr/>
      <dgm:t>
        <a:bodyPr/>
        <a:lstStyle/>
        <a:p>
          <a:endParaRPr lang="en-US"/>
        </a:p>
      </dgm:t>
    </dgm:pt>
    <dgm:pt modelId="{5966C68A-A281-4C90-8FD7-8F14E129FE44}" type="pres">
      <dgm:prSet presAssocID="{8E60B288-0FCB-4A38-986D-DE04E2560DF3}" presName="root" presStyleCnt="0">
        <dgm:presLayoutVars>
          <dgm:dir/>
          <dgm:resizeHandles val="exact"/>
        </dgm:presLayoutVars>
      </dgm:prSet>
      <dgm:spPr/>
    </dgm:pt>
    <dgm:pt modelId="{58C2F998-E488-48D3-9D8C-0854DE60C7F7}" type="pres">
      <dgm:prSet presAssocID="{F1BB5E0B-7578-4932-9B71-AAE96E3BB4CA}" presName="compNode" presStyleCnt="0"/>
      <dgm:spPr/>
    </dgm:pt>
    <dgm:pt modelId="{25413A23-3AB6-4C65-82AC-95B1B645AD85}" type="pres">
      <dgm:prSet presAssocID="{F1BB5E0B-7578-4932-9B71-AAE96E3BB4CA}" presName="bgRect" presStyleLbl="bgShp" presStyleIdx="0" presStyleCnt="2"/>
      <dgm:spPr/>
    </dgm:pt>
    <dgm:pt modelId="{E7BBDEB2-5E1E-4B6A-96E5-83D3A957358C}" type="pres">
      <dgm:prSet presAssocID="{F1BB5E0B-7578-4932-9B71-AAE96E3BB4C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AA7A55B3-3A5E-4664-89D4-BAFFD39C35C9}" type="pres">
      <dgm:prSet presAssocID="{F1BB5E0B-7578-4932-9B71-AAE96E3BB4CA}" presName="spaceRect" presStyleCnt="0"/>
      <dgm:spPr/>
    </dgm:pt>
    <dgm:pt modelId="{CBD5BBBF-534A-46C2-8C13-9D236B0D9C2E}" type="pres">
      <dgm:prSet presAssocID="{F1BB5E0B-7578-4932-9B71-AAE96E3BB4CA}" presName="parTx" presStyleLbl="revTx" presStyleIdx="0" presStyleCnt="2">
        <dgm:presLayoutVars>
          <dgm:chMax val="0"/>
          <dgm:chPref val="0"/>
        </dgm:presLayoutVars>
      </dgm:prSet>
      <dgm:spPr/>
    </dgm:pt>
    <dgm:pt modelId="{CEF28EDA-ED45-4422-BCC8-6AFC666E91BE}" type="pres">
      <dgm:prSet presAssocID="{D21844D4-CF1F-46FF-803A-2EAF005EC045}" presName="sibTrans" presStyleCnt="0"/>
      <dgm:spPr/>
    </dgm:pt>
    <dgm:pt modelId="{1F40F609-6AE8-4C84-8F0D-1C8775A56E23}" type="pres">
      <dgm:prSet presAssocID="{F244DD3D-4BB6-4184-8A80-B1325A272A72}" presName="compNode" presStyleCnt="0"/>
      <dgm:spPr/>
    </dgm:pt>
    <dgm:pt modelId="{4F8E2A2A-D6DA-4350-924B-2974A3BE57DF}" type="pres">
      <dgm:prSet presAssocID="{F244DD3D-4BB6-4184-8A80-B1325A272A72}" presName="bgRect" presStyleLbl="bgShp" presStyleIdx="1" presStyleCnt="2"/>
      <dgm:spPr/>
    </dgm:pt>
    <dgm:pt modelId="{2C0818D3-823C-45E5-BE17-9517CEDF0B09}" type="pres">
      <dgm:prSet presAssocID="{F244DD3D-4BB6-4184-8A80-B1325A272A7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576B5C4B-ED4A-4BCF-B9FC-3618F194C005}" type="pres">
      <dgm:prSet presAssocID="{F244DD3D-4BB6-4184-8A80-B1325A272A72}" presName="spaceRect" presStyleCnt="0"/>
      <dgm:spPr/>
    </dgm:pt>
    <dgm:pt modelId="{74F37E01-8D99-439F-BAE6-D6DD4F4A6DA5}" type="pres">
      <dgm:prSet presAssocID="{F244DD3D-4BB6-4184-8A80-B1325A272A7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E9A0014-F831-4776-8D1C-5DC4E97E262C}" srcId="{8E60B288-0FCB-4A38-986D-DE04E2560DF3}" destId="{F1BB5E0B-7578-4932-9B71-AAE96E3BB4CA}" srcOrd="0" destOrd="0" parTransId="{26C24612-907C-4CD2-B3C9-DF2B36ACB178}" sibTransId="{D21844D4-CF1F-46FF-803A-2EAF005EC045}"/>
    <dgm:cxn modelId="{82F0B966-E418-46C4-9678-D34EA3397B50}" type="presOf" srcId="{F244DD3D-4BB6-4184-8A80-B1325A272A72}" destId="{74F37E01-8D99-439F-BAE6-D6DD4F4A6DA5}" srcOrd="0" destOrd="0" presId="urn:microsoft.com/office/officeart/2018/2/layout/IconVerticalSolidList"/>
    <dgm:cxn modelId="{063D2C7E-4E9B-4CBA-8232-E04F465D1EF3}" type="presOf" srcId="{8E60B288-0FCB-4A38-986D-DE04E2560DF3}" destId="{5966C68A-A281-4C90-8FD7-8F14E129FE44}" srcOrd="0" destOrd="0" presId="urn:microsoft.com/office/officeart/2018/2/layout/IconVerticalSolidList"/>
    <dgm:cxn modelId="{C6A2BED1-0A7A-4DED-96E9-3050B525AB41}" srcId="{8E60B288-0FCB-4A38-986D-DE04E2560DF3}" destId="{F244DD3D-4BB6-4184-8A80-B1325A272A72}" srcOrd="1" destOrd="0" parTransId="{297D9038-A920-4636-8FAF-56D69EC2B8EC}" sibTransId="{4610B898-2631-4EC0-81B3-1373CF3A935A}"/>
    <dgm:cxn modelId="{FC8B6CF4-529F-4B46-92AC-EE25C17BCB28}" type="presOf" srcId="{F1BB5E0B-7578-4932-9B71-AAE96E3BB4CA}" destId="{CBD5BBBF-534A-46C2-8C13-9D236B0D9C2E}" srcOrd="0" destOrd="0" presId="urn:microsoft.com/office/officeart/2018/2/layout/IconVerticalSolidList"/>
    <dgm:cxn modelId="{1A8235DF-1E21-443B-9949-C65EC6F48E92}" type="presParOf" srcId="{5966C68A-A281-4C90-8FD7-8F14E129FE44}" destId="{58C2F998-E488-48D3-9D8C-0854DE60C7F7}" srcOrd="0" destOrd="0" presId="urn:microsoft.com/office/officeart/2018/2/layout/IconVerticalSolidList"/>
    <dgm:cxn modelId="{56E63623-E037-4B1B-A290-D564A35D71C5}" type="presParOf" srcId="{58C2F998-E488-48D3-9D8C-0854DE60C7F7}" destId="{25413A23-3AB6-4C65-82AC-95B1B645AD85}" srcOrd="0" destOrd="0" presId="urn:microsoft.com/office/officeart/2018/2/layout/IconVerticalSolidList"/>
    <dgm:cxn modelId="{26266F38-44BB-4375-A67B-B1FC2703DE62}" type="presParOf" srcId="{58C2F998-E488-48D3-9D8C-0854DE60C7F7}" destId="{E7BBDEB2-5E1E-4B6A-96E5-83D3A957358C}" srcOrd="1" destOrd="0" presId="urn:microsoft.com/office/officeart/2018/2/layout/IconVerticalSolidList"/>
    <dgm:cxn modelId="{D8C0778C-70DF-4BED-A039-1C7BDC8F2AA4}" type="presParOf" srcId="{58C2F998-E488-48D3-9D8C-0854DE60C7F7}" destId="{AA7A55B3-3A5E-4664-89D4-BAFFD39C35C9}" srcOrd="2" destOrd="0" presId="urn:microsoft.com/office/officeart/2018/2/layout/IconVerticalSolidList"/>
    <dgm:cxn modelId="{92E43CB8-EDD8-4779-8491-4F9495EBAC9A}" type="presParOf" srcId="{58C2F998-E488-48D3-9D8C-0854DE60C7F7}" destId="{CBD5BBBF-534A-46C2-8C13-9D236B0D9C2E}" srcOrd="3" destOrd="0" presId="urn:microsoft.com/office/officeart/2018/2/layout/IconVerticalSolidList"/>
    <dgm:cxn modelId="{710901B4-BD44-46DF-8A1A-A40BD93E9747}" type="presParOf" srcId="{5966C68A-A281-4C90-8FD7-8F14E129FE44}" destId="{CEF28EDA-ED45-4422-BCC8-6AFC666E91BE}" srcOrd="1" destOrd="0" presId="urn:microsoft.com/office/officeart/2018/2/layout/IconVerticalSolidList"/>
    <dgm:cxn modelId="{9BC24A72-B5C2-4DF9-B636-D6D1C1D63084}" type="presParOf" srcId="{5966C68A-A281-4C90-8FD7-8F14E129FE44}" destId="{1F40F609-6AE8-4C84-8F0D-1C8775A56E23}" srcOrd="2" destOrd="0" presId="urn:microsoft.com/office/officeart/2018/2/layout/IconVerticalSolidList"/>
    <dgm:cxn modelId="{31F55F70-1825-4FEA-8C6F-3B4E4444C1E7}" type="presParOf" srcId="{1F40F609-6AE8-4C84-8F0D-1C8775A56E23}" destId="{4F8E2A2A-D6DA-4350-924B-2974A3BE57DF}" srcOrd="0" destOrd="0" presId="urn:microsoft.com/office/officeart/2018/2/layout/IconVerticalSolidList"/>
    <dgm:cxn modelId="{34633F7C-9C24-432B-B612-B52360F3BE6A}" type="presParOf" srcId="{1F40F609-6AE8-4C84-8F0D-1C8775A56E23}" destId="{2C0818D3-823C-45E5-BE17-9517CEDF0B09}" srcOrd="1" destOrd="0" presId="urn:microsoft.com/office/officeart/2018/2/layout/IconVerticalSolidList"/>
    <dgm:cxn modelId="{237E096D-1DDB-4AD6-A2B8-5DD728EA50D3}" type="presParOf" srcId="{1F40F609-6AE8-4C84-8F0D-1C8775A56E23}" destId="{576B5C4B-ED4A-4BCF-B9FC-3618F194C005}" srcOrd="2" destOrd="0" presId="urn:microsoft.com/office/officeart/2018/2/layout/IconVerticalSolidList"/>
    <dgm:cxn modelId="{E02E00FA-6A96-493D-BA77-E19DE4C0ECB7}" type="presParOf" srcId="{1F40F609-6AE8-4C84-8F0D-1C8775A56E23}" destId="{74F37E01-8D99-439F-BAE6-D6DD4F4A6D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A4FA8A2-86CC-4C41-BC9D-065D3226969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4D3195-5A22-4D38-9314-4F8F5D364607}">
      <dgm:prSet/>
      <dgm:spPr/>
      <dgm:t>
        <a:bodyPr/>
        <a:lstStyle/>
        <a:p>
          <a:r>
            <a:rPr lang="en-US"/>
            <a:t>Needs reliable internet access. Less suitable for lab-based/practical courses. </a:t>
          </a:r>
        </a:p>
      </dgm:t>
    </dgm:pt>
    <dgm:pt modelId="{62635057-F45C-4819-B1B1-0A2893A89F86}" type="parTrans" cxnId="{14A3F1DE-CA6D-4442-B8E9-4886CD9E6DDF}">
      <dgm:prSet/>
      <dgm:spPr/>
      <dgm:t>
        <a:bodyPr/>
        <a:lstStyle/>
        <a:p>
          <a:endParaRPr lang="en-US"/>
        </a:p>
      </dgm:t>
    </dgm:pt>
    <dgm:pt modelId="{CD38056F-7231-4D9D-9C42-5B077B603C54}" type="sibTrans" cxnId="{14A3F1DE-CA6D-4442-B8E9-4886CD9E6DDF}">
      <dgm:prSet/>
      <dgm:spPr/>
      <dgm:t>
        <a:bodyPr/>
        <a:lstStyle/>
        <a:p>
          <a:endParaRPr lang="en-US"/>
        </a:p>
      </dgm:t>
    </dgm:pt>
    <dgm:pt modelId="{D90E9609-CEB8-48BE-86A8-4699059BC9ED}">
      <dgm:prSet/>
      <dgm:spPr/>
      <dgm:t>
        <a:bodyPr/>
        <a:lstStyle/>
        <a:p>
          <a:r>
            <a:rPr lang="en-US"/>
            <a:t>Possible digital distractions for students.</a:t>
          </a:r>
        </a:p>
      </dgm:t>
    </dgm:pt>
    <dgm:pt modelId="{63403337-44C2-429A-B502-677223A54576}" type="parTrans" cxnId="{017CD517-AF3D-46C8-AC0A-E7594A7A7D1D}">
      <dgm:prSet/>
      <dgm:spPr/>
      <dgm:t>
        <a:bodyPr/>
        <a:lstStyle/>
        <a:p>
          <a:endParaRPr lang="en-US"/>
        </a:p>
      </dgm:t>
    </dgm:pt>
    <dgm:pt modelId="{5F85468B-B3D4-4A41-9DFE-6AEDDE6E88E5}" type="sibTrans" cxnId="{017CD517-AF3D-46C8-AC0A-E7594A7A7D1D}">
      <dgm:prSet/>
      <dgm:spPr/>
      <dgm:t>
        <a:bodyPr/>
        <a:lstStyle/>
        <a:p>
          <a:endParaRPr lang="en-US"/>
        </a:p>
      </dgm:t>
    </dgm:pt>
    <dgm:pt modelId="{AFB1EC3B-A25E-4D29-8B3A-65171E180E15}" type="pres">
      <dgm:prSet presAssocID="{9A4FA8A2-86CC-4C41-BC9D-065D322696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6DFDD29-FD1E-454B-83E1-C1031E59C82A}" type="pres">
      <dgm:prSet presAssocID="{374D3195-5A22-4D38-9314-4F8F5D364607}" presName="hierRoot1" presStyleCnt="0"/>
      <dgm:spPr/>
    </dgm:pt>
    <dgm:pt modelId="{5F0FAD37-7F65-46F6-906E-28EBE69BFF55}" type="pres">
      <dgm:prSet presAssocID="{374D3195-5A22-4D38-9314-4F8F5D364607}" presName="composite" presStyleCnt="0"/>
      <dgm:spPr/>
    </dgm:pt>
    <dgm:pt modelId="{F7DF847B-96E2-4E06-BF1F-8ABAE954E456}" type="pres">
      <dgm:prSet presAssocID="{374D3195-5A22-4D38-9314-4F8F5D364607}" presName="background" presStyleLbl="node0" presStyleIdx="0" presStyleCnt="2"/>
      <dgm:spPr/>
    </dgm:pt>
    <dgm:pt modelId="{0FF0BA64-F943-45C2-966E-7C6B485B0369}" type="pres">
      <dgm:prSet presAssocID="{374D3195-5A22-4D38-9314-4F8F5D364607}" presName="text" presStyleLbl="fgAcc0" presStyleIdx="0" presStyleCnt="2">
        <dgm:presLayoutVars>
          <dgm:chPref val="3"/>
        </dgm:presLayoutVars>
      </dgm:prSet>
      <dgm:spPr/>
    </dgm:pt>
    <dgm:pt modelId="{62795015-3F3E-402C-86D7-A6E52CC797A6}" type="pres">
      <dgm:prSet presAssocID="{374D3195-5A22-4D38-9314-4F8F5D364607}" presName="hierChild2" presStyleCnt="0"/>
      <dgm:spPr/>
    </dgm:pt>
    <dgm:pt modelId="{0A9BDB14-2E01-49FD-BCF8-AA7E4C7D3117}" type="pres">
      <dgm:prSet presAssocID="{D90E9609-CEB8-48BE-86A8-4699059BC9ED}" presName="hierRoot1" presStyleCnt="0"/>
      <dgm:spPr/>
    </dgm:pt>
    <dgm:pt modelId="{7A3FCB6A-1280-413A-AE91-4A53C7F107BB}" type="pres">
      <dgm:prSet presAssocID="{D90E9609-CEB8-48BE-86A8-4699059BC9ED}" presName="composite" presStyleCnt="0"/>
      <dgm:spPr/>
    </dgm:pt>
    <dgm:pt modelId="{B1ED58AB-68FA-4E89-9F4D-B3D7C90B3040}" type="pres">
      <dgm:prSet presAssocID="{D90E9609-CEB8-48BE-86A8-4699059BC9ED}" presName="background" presStyleLbl="node0" presStyleIdx="1" presStyleCnt="2"/>
      <dgm:spPr/>
    </dgm:pt>
    <dgm:pt modelId="{7A53A4A0-B9B3-4CCB-9932-C3862878E8BB}" type="pres">
      <dgm:prSet presAssocID="{D90E9609-CEB8-48BE-86A8-4699059BC9ED}" presName="text" presStyleLbl="fgAcc0" presStyleIdx="1" presStyleCnt="2">
        <dgm:presLayoutVars>
          <dgm:chPref val="3"/>
        </dgm:presLayoutVars>
      </dgm:prSet>
      <dgm:spPr/>
    </dgm:pt>
    <dgm:pt modelId="{D50E789C-45D8-41A6-B5D5-4E9725E61F2C}" type="pres">
      <dgm:prSet presAssocID="{D90E9609-CEB8-48BE-86A8-4699059BC9ED}" presName="hierChild2" presStyleCnt="0"/>
      <dgm:spPr/>
    </dgm:pt>
  </dgm:ptLst>
  <dgm:cxnLst>
    <dgm:cxn modelId="{017CD517-AF3D-46C8-AC0A-E7594A7A7D1D}" srcId="{9A4FA8A2-86CC-4C41-BC9D-065D3226969E}" destId="{D90E9609-CEB8-48BE-86A8-4699059BC9ED}" srcOrd="1" destOrd="0" parTransId="{63403337-44C2-429A-B502-677223A54576}" sibTransId="{5F85468B-B3D4-4A41-9DFE-6AEDDE6E88E5}"/>
    <dgm:cxn modelId="{BED8095E-2185-459C-9A73-EB43357BE2CD}" type="presOf" srcId="{D90E9609-CEB8-48BE-86A8-4699059BC9ED}" destId="{7A53A4A0-B9B3-4CCB-9932-C3862878E8BB}" srcOrd="0" destOrd="0" presId="urn:microsoft.com/office/officeart/2005/8/layout/hierarchy1"/>
    <dgm:cxn modelId="{69E4447A-3966-4A47-A5D4-A47C6E904705}" type="presOf" srcId="{374D3195-5A22-4D38-9314-4F8F5D364607}" destId="{0FF0BA64-F943-45C2-966E-7C6B485B0369}" srcOrd="0" destOrd="0" presId="urn:microsoft.com/office/officeart/2005/8/layout/hierarchy1"/>
    <dgm:cxn modelId="{14A3F1DE-CA6D-4442-B8E9-4886CD9E6DDF}" srcId="{9A4FA8A2-86CC-4C41-BC9D-065D3226969E}" destId="{374D3195-5A22-4D38-9314-4F8F5D364607}" srcOrd="0" destOrd="0" parTransId="{62635057-F45C-4819-B1B1-0A2893A89F86}" sibTransId="{CD38056F-7231-4D9D-9C42-5B077B603C54}"/>
    <dgm:cxn modelId="{B7D728F9-0D9B-49C3-86DC-72DE0675F293}" type="presOf" srcId="{9A4FA8A2-86CC-4C41-BC9D-065D3226969E}" destId="{AFB1EC3B-A25E-4D29-8B3A-65171E180E15}" srcOrd="0" destOrd="0" presId="urn:microsoft.com/office/officeart/2005/8/layout/hierarchy1"/>
    <dgm:cxn modelId="{0A55BE70-EC0A-490D-A4F9-331CD5007BB2}" type="presParOf" srcId="{AFB1EC3B-A25E-4D29-8B3A-65171E180E15}" destId="{A6DFDD29-FD1E-454B-83E1-C1031E59C82A}" srcOrd="0" destOrd="0" presId="urn:microsoft.com/office/officeart/2005/8/layout/hierarchy1"/>
    <dgm:cxn modelId="{B1ECA02F-7D77-40D3-A754-6C6CD60B2BDD}" type="presParOf" srcId="{A6DFDD29-FD1E-454B-83E1-C1031E59C82A}" destId="{5F0FAD37-7F65-46F6-906E-28EBE69BFF55}" srcOrd="0" destOrd="0" presId="urn:microsoft.com/office/officeart/2005/8/layout/hierarchy1"/>
    <dgm:cxn modelId="{6FD4F907-C5E7-4918-B5F1-3F6EA3F2E650}" type="presParOf" srcId="{5F0FAD37-7F65-46F6-906E-28EBE69BFF55}" destId="{F7DF847B-96E2-4E06-BF1F-8ABAE954E456}" srcOrd="0" destOrd="0" presId="urn:microsoft.com/office/officeart/2005/8/layout/hierarchy1"/>
    <dgm:cxn modelId="{5A20C160-9079-4A23-93B5-0F9B490953C5}" type="presParOf" srcId="{5F0FAD37-7F65-46F6-906E-28EBE69BFF55}" destId="{0FF0BA64-F943-45C2-966E-7C6B485B0369}" srcOrd="1" destOrd="0" presId="urn:microsoft.com/office/officeart/2005/8/layout/hierarchy1"/>
    <dgm:cxn modelId="{1EFF7D1A-AFA8-41DF-A753-BE8790766719}" type="presParOf" srcId="{A6DFDD29-FD1E-454B-83E1-C1031E59C82A}" destId="{62795015-3F3E-402C-86D7-A6E52CC797A6}" srcOrd="1" destOrd="0" presId="urn:microsoft.com/office/officeart/2005/8/layout/hierarchy1"/>
    <dgm:cxn modelId="{F67E9D64-1BC6-489F-A3CA-D4D64E9527A8}" type="presParOf" srcId="{AFB1EC3B-A25E-4D29-8B3A-65171E180E15}" destId="{0A9BDB14-2E01-49FD-BCF8-AA7E4C7D3117}" srcOrd="1" destOrd="0" presId="urn:microsoft.com/office/officeart/2005/8/layout/hierarchy1"/>
    <dgm:cxn modelId="{242EA349-9A9C-4F55-A81D-0B351F1FF681}" type="presParOf" srcId="{0A9BDB14-2E01-49FD-BCF8-AA7E4C7D3117}" destId="{7A3FCB6A-1280-413A-AE91-4A53C7F107BB}" srcOrd="0" destOrd="0" presId="urn:microsoft.com/office/officeart/2005/8/layout/hierarchy1"/>
    <dgm:cxn modelId="{8CF9B3D5-BF9C-4CA4-8EBD-B63185F16BF6}" type="presParOf" srcId="{7A3FCB6A-1280-413A-AE91-4A53C7F107BB}" destId="{B1ED58AB-68FA-4E89-9F4D-B3D7C90B3040}" srcOrd="0" destOrd="0" presId="urn:microsoft.com/office/officeart/2005/8/layout/hierarchy1"/>
    <dgm:cxn modelId="{5B288E7E-6445-4AF6-B27F-9962250373A5}" type="presParOf" srcId="{7A3FCB6A-1280-413A-AE91-4A53C7F107BB}" destId="{7A53A4A0-B9B3-4CCB-9932-C3862878E8BB}" srcOrd="1" destOrd="0" presId="urn:microsoft.com/office/officeart/2005/8/layout/hierarchy1"/>
    <dgm:cxn modelId="{3E9A47AE-3D18-49BF-9E90-1D0AF9B79745}" type="presParOf" srcId="{0A9BDB14-2E01-49FD-BCF8-AA7E4C7D3117}" destId="{D50E789C-45D8-41A6-B5D5-4E9725E61F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51DEF-73A2-4BE4-88FE-2826340C126E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FFFFFF"/>
              </a:solidFill>
              <a:latin typeface="Aptos"/>
              <a:ea typeface="+mn-ea"/>
              <a:cs typeface="+mn-cs"/>
            </a:rPr>
            <a:t>To know what an educational app is and how it helps in learning.</a:t>
          </a:r>
        </a:p>
      </dsp:txBody>
      <dsp:txXfrm>
        <a:off x="48547" y="145256"/>
        <a:ext cx="6569739" cy="897406"/>
      </dsp:txXfrm>
    </dsp:sp>
    <dsp:sp modelId="{69D93725-B47C-4075-89E9-627175421CBA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FFFFFF"/>
              </a:solidFill>
              <a:latin typeface="Aptos"/>
              <a:ea typeface="+mn-ea"/>
              <a:cs typeface="+mn-cs"/>
            </a:rPr>
            <a:t>To understand how students can study anytime and anywhere using apps.</a:t>
          </a:r>
        </a:p>
      </dsp:txBody>
      <dsp:txXfrm>
        <a:off x="48547" y="1211756"/>
        <a:ext cx="6569739" cy="897406"/>
      </dsp:txXfrm>
    </dsp:sp>
    <dsp:sp modelId="{4519887F-DE40-4CBC-93A8-82972A4B427C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To learn the main benefits of using educational apps every day.</a:t>
          </a:r>
        </a:p>
      </dsp:txBody>
      <dsp:txXfrm>
        <a:off x="48547" y="2278257"/>
        <a:ext cx="6569739" cy="897406"/>
      </dsp:txXfrm>
    </dsp:sp>
    <dsp:sp modelId="{D2394B78-629C-4DA9-A96B-BAB14F872DA0}">
      <dsp:nvSpPr>
        <dsp:cNvPr id="0" name=""/>
        <dsp:cNvSpPr/>
      </dsp:nvSpPr>
      <dsp:spPr>
        <a:xfrm>
          <a:off x="0" y="3329674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FFFFFF"/>
              </a:solidFill>
              <a:latin typeface="Aptos"/>
              <a:ea typeface="+mn-ea"/>
              <a:cs typeface="+mn-cs"/>
            </a:rPr>
            <a:t>To find out which learning apps are popular among students.</a:t>
          </a:r>
        </a:p>
      </dsp:txBody>
      <dsp:txXfrm>
        <a:off x="48547" y="3378221"/>
        <a:ext cx="6569739" cy="897406"/>
      </dsp:txXfrm>
    </dsp:sp>
    <dsp:sp modelId="{B7B96B16-67B6-4DBA-9DC7-90DD7A05CFE6}">
      <dsp:nvSpPr>
        <dsp:cNvPr id="0" name=""/>
        <dsp:cNvSpPr/>
      </dsp:nvSpPr>
      <dsp:spPr>
        <a:xfrm>
          <a:off x="0" y="445942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FFFFFF"/>
              </a:solidFill>
              <a:latin typeface="Aptos"/>
              <a:ea typeface="+mn-ea"/>
              <a:cs typeface="+mn-cs"/>
            </a:rPr>
            <a:t>To know the good and bad sides of using educational apps.</a:t>
          </a:r>
        </a:p>
      </dsp:txBody>
      <dsp:txXfrm>
        <a:off x="48547" y="4507967"/>
        <a:ext cx="6569739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23E6F-E87B-4C3F-96CA-6736C3497E29}">
      <dsp:nvSpPr>
        <dsp:cNvPr id="0" name=""/>
        <dsp:cNvSpPr/>
      </dsp:nvSpPr>
      <dsp:spPr>
        <a:xfrm>
          <a:off x="0" y="1668"/>
          <a:ext cx="5419168" cy="8457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E9442-F7B4-4761-9C34-64C0A87882F8}">
      <dsp:nvSpPr>
        <dsp:cNvPr id="0" name=""/>
        <dsp:cNvSpPr/>
      </dsp:nvSpPr>
      <dsp:spPr>
        <a:xfrm>
          <a:off x="255848" y="191969"/>
          <a:ext cx="465179" cy="4651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F9B48-8F8F-4E35-9111-DD13D340672B}">
      <dsp:nvSpPr>
        <dsp:cNvPr id="0" name=""/>
        <dsp:cNvSpPr/>
      </dsp:nvSpPr>
      <dsp:spPr>
        <a:xfrm>
          <a:off x="976876" y="1668"/>
          <a:ext cx="4442291" cy="84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12" tIns="89512" rIns="89512" bIns="8951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Access to educational materials.</a:t>
          </a:r>
        </a:p>
      </dsp:txBody>
      <dsp:txXfrm>
        <a:off x="976876" y="1668"/>
        <a:ext cx="4442291" cy="845780"/>
      </dsp:txXfrm>
    </dsp:sp>
    <dsp:sp modelId="{67B5B117-1D0A-4A18-BB70-0FA1965A7FFD}">
      <dsp:nvSpPr>
        <dsp:cNvPr id="0" name=""/>
        <dsp:cNvSpPr/>
      </dsp:nvSpPr>
      <dsp:spPr>
        <a:xfrm>
          <a:off x="0" y="1058894"/>
          <a:ext cx="5419168" cy="8457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FB4EC-DE8E-4EF2-BC40-066ED27AED02}">
      <dsp:nvSpPr>
        <dsp:cNvPr id="0" name=""/>
        <dsp:cNvSpPr/>
      </dsp:nvSpPr>
      <dsp:spPr>
        <a:xfrm>
          <a:off x="255848" y="1249195"/>
          <a:ext cx="465179" cy="4651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49441-EE19-4480-B655-B93940F354A1}">
      <dsp:nvSpPr>
        <dsp:cNvPr id="0" name=""/>
        <dsp:cNvSpPr/>
      </dsp:nvSpPr>
      <dsp:spPr>
        <a:xfrm>
          <a:off x="976876" y="1058894"/>
          <a:ext cx="4442291" cy="84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12" tIns="89512" rIns="89512" bIns="8951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Find and join meetups or IEEE events (virtual or physical) filtered.</a:t>
          </a:r>
        </a:p>
      </dsp:txBody>
      <dsp:txXfrm>
        <a:off x="976876" y="1058894"/>
        <a:ext cx="4442291" cy="845780"/>
      </dsp:txXfrm>
    </dsp:sp>
    <dsp:sp modelId="{0216229B-914B-44C5-B4A2-2C0F431303A2}">
      <dsp:nvSpPr>
        <dsp:cNvPr id="0" name=""/>
        <dsp:cNvSpPr/>
      </dsp:nvSpPr>
      <dsp:spPr>
        <a:xfrm>
          <a:off x="0" y="2116121"/>
          <a:ext cx="5419168" cy="8457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7EE62-F552-4577-AC5F-0F6D92DC4E51}">
      <dsp:nvSpPr>
        <dsp:cNvPr id="0" name=""/>
        <dsp:cNvSpPr/>
      </dsp:nvSpPr>
      <dsp:spPr>
        <a:xfrm>
          <a:off x="255848" y="2306421"/>
          <a:ext cx="465179" cy="4651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E5EDF-E15A-43A8-AD8D-5533A5DA0643}">
      <dsp:nvSpPr>
        <dsp:cNvPr id="0" name=""/>
        <dsp:cNvSpPr/>
      </dsp:nvSpPr>
      <dsp:spPr>
        <a:xfrm>
          <a:off x="976876" y="2116121"/>
          <a:ext cx="4442291" cy="84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12" tIns="89512" rIns="89512" bIns="8951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Access to IEEE’s resources.</a:t>
          </a:r>
        </a:p>
      </dsp:txBody>
      <dsp:txXfrm>
        <a:off x="976876" y="2116121"/>
        <a:ext cx="4442291" cy="845780"/>
      </dsp:txXfrm>
    </dsp:sp>
    <dsp:sp modelId="{78922DB2-04C8-4352-B140-9BCB946D2BF0}">
      <dsp:nvSpPr>
        <dsp:cNvPr id="0" name=""/>
        <dsp:cNvSpPr/>
      </dsp:nvSpPr>
      <dsp:spPr>
        <a:xfrm>
          <a:off x="0" y="3173347"/>
          <a:ext cx="5419168" cy="8457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F0763-194F-4B81-92AD-4C7CDA9FA6A0}">
      <dsp:nvSpPr>
        <dsp:cNvPr id="0" name=""/>
        <dsp:cNvSpPr/>
      </dsp:nvSpPr>
      <dsp:spPr>
        <a:xfrm>
          <a:off x="255848" y="3363647"/>
          <a:ext cx="465179" cy="4651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801C0-8A17-47E3-9CCF-4E9BD52E251A}">
      <dsp:nvSpPr>
        <dsp:cNvPr id="0" name=""/>
        <dsp:cNvSpPr/>
      </dsp:nvSpPr>
      <dsp:spPr>
        <a:xfrm>
          <a:off x="976876" y="3173347"/>
          <a:ext cx="4442291" cy="84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12" tIns="89512" rIns="89512" bIns="8951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Locate other IEEE members by interests, location, or affiliations. </a:t>
          </a:r>
        </a:p>
      </dsp:txBody>
      <dsp:txXfrm>
        <a:off x="976876" y="3173347"/>
        <a:ext cx="4442291" cy="845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F9301-3D34-4691-A4FF-B7B1A4F37E7F}">
      <dsp:nvSpPr>
        <dsp:cNvPr id="0" name=""/>
        <dsp:cNvSpPr/>
      </dsp:nvSpPr>
      <dsp:spPr>
        <a:xfrm>
          <a:off x="0" y="1082"/>
          <a:ext cx="6423804" cy="5487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EE86C-191B-4458-B448-9182643DC617}">
      <dsp:nvSpPr>
        <dsp:cNvPr id="0" name=""/>
        <dsp:cNvSpPr/>
      </dsp:nvSpPr>
      <dsp:spPr>
        <a:xfrm>
          <a:off x="166010" y="124561"/>
          <a:ext cx="301836" cy="3018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8CC35-01E0-4EFF-9AE4-FA1D2D4C5A59}">
      <dsp:nvSpPr>
        <dsp:cNvPr id="0" name=""/>
        <dsp:cNvSpPr/>
      </dsp:nvSpPr>
      <dsp:spPr>
        <a:xfrm>
          <a:off x="633857" y="1082"/>
          <a:ext cx="5789946" cy="548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81" tIns="58081" rIns="58081" bIns="5808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Professional &amp; Career Advancement.</a:t>
          </a:r>
          <a:endParaRPr lang="en-US" sz="2200" kern="1200"/>
        </a:p>
      </dsp:txBody>
      <dsp:txXfrm>
        <a:off x="633857" y="1082"/>
        <a:ext cx="5789946" cy="548793"/>
      </dsp:txXfrm>
    </dsp:sp>
    <dsp:sp modelId="{E5D87178-7394-4F2C-9BF3-CFF3A4648E41}">
      <dsp:nvSpPr>
        <dsp:cNvPr id="0" name=""/>
        <dsp:cNvSpPr/>
      </dsp:nvSpPr>
      <dsp:spPr>
        <a:xfrm>
          <a:off x="0" y="687075"/>
          <a:ext cx="6423804" cy="5487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93D69-BC67-490D-AB9F-4157B417E50C}">
      <dsp:nvSpPr>
        <dsp:cNvPr id="0" name=""/>
        <dsp:cNvSpPr/>
      </dsp:nvSpPr>
      <dsp:spPr>
        <a:xfrm>
          <a:off x="166010" y="810553"/>
          <a:ext cx="301836" cy="3018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D2F1A-281D-41DB-886D-DA14DF7ADDD5}">
      <dsp:nvSpPr>
        <dsp:cNvPr id="0" name=""/>
        <dsp:cNvSpPr/>
      </dsp:nvSpPr>
      <dsp:spPr>
        <a:xfrm>
          <a:off x="633857" y="687075"/>
          <a:ext cx="5789946" cy="548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81" tIns="58081" rIns="58081" bIns="5808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Promotes Global Networking .</a:t>
          </a:r>
          <a:endParaRPr lang="en-US" sz="2200" kern="1200"/>
        </a:p>
      </dsp:txBody>
      <dsp:txXfrm>
        <a:off x="633857" y="687075"/>
        <a:ext cx="5789946" cy="548793"/>
      </dsp:txXfrm>
    </dsp:sp>
    <dsp:sp modelId="{CD4BFDEE-1F22-4905-B3D5-4C5E0D6055EA}">
      <dsp:nvSpPr>
        <dsp:cNvPr id="0" name=""/>
        <dsp:cNvSpPr/>
      </dsp:nvSpPr>
      <dsp:spPr>
        <a:xfrm>
          <a:off x="0" y="1373067"/>
          <a:ext cx="6423804" cy="5487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B90883-F7C6-45FD-88F3-9DE041C97E01}">
      <dsp:nvSpPr>
        <dsp:cNvPr id="0" name=""/>
        <dsp:cNvSpPr/>
      </dsp:nvSpPr>
      <dsp:spPr>
        <a:xfrm>
          <a:off x="166010" y="1496546"/>
          <a:ext cx="301836" cy="3018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C440B-E16A-48E8-9192-F884755E25B7}">
      <dsp:nvSpPr>
        <dsp:cNvPr id="0" name=""/>
        <dsp:cNvSpPr/>
      </dsp:nvSpPr>
      <dsp:spPr>
        <a:xfrm>
          <a:off x="633857" y="1373067"/>
          <a:ext cx="5789946" cy="548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81" tIns="58081" rIns="58081" bIns="5808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Supports Research and Innovation.</a:t>
          </a:r>
          <a:endParaRPr lang="en-US" sz="2200" kern="1200"/>
        </a:p>
      </dsp:txBody>
      <dsp:txXfrm>
        <a:off x="633857" y="1373067"/>
        <a:ext cx="5789946" cy="548793"/>
      </dsp:txXfrm>
    </dsp:sp>
    <dsp:sp modelId="{784E2D9F-38F8-405F-B670-BDD8E4AE397F}">
      <dsp:nvSpPr>
        <dsp:cNvPr id="0" name=""/>
        <dsp:cNvSpPr/>
      </dsp:nvSpPr>
      <dsp:spPr>
        <a:xfrm>
          <a:off x="0" y="2059060"/>
          <a:ext cx="6423804" cy="5487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DFE3F-701F-475D-9702-93834166C3FA}">
      <dsp:nvSpPr>
        <dsp:cNvPr id="0" name=""/>
        <dsp:cNvSpPr/>
      </dsp:nvSpPr>
      <dsp:spPr>
        <a:xfrm>
          <a:off x="166010" y="2182538"/>
          <a:ext cx="301836" cy="3018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4458E-B79F-440B-BB61-7C294E732C6F}">
      <dsp:nvSpPr>
        <dsp:cNvPr id="0" name=""/>
        <dsp:cNvSpPr/>
      </dsp:nvSpPr>
      <dsp:spPr>
        <a:xfrm>
          <a:off x="633857" y="2059060"/>
          <a:ext cx="5789946" cy="548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81" tIns="58081" rIns="58081" bIns="5808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Builds Technical Skills.</a:t>
          </a:r>
          <a:endParaRPr lang="en-US" sz="2200" kern="1200"/>
        </a:p>
      </dsp:txBody>
      <dsp:txXfrm>
        <a:off x="633857" y="2059060"/>
        <a:ext cx="5789946" cy="5487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5BC46-E721-4DE9-A95C-05E2695EC381}">
      <dsp:nvSpPr>
        <dsp:cNvPr id="0" name=""/>
        <dsp:cNvSpPr/>
      </dsp:nvSpPr>
      <dsp:spPr>
        <a:xfrm>
          <a:off x="0" y="3994"/>
          <a:ext cx="11410950" cy="850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28988-ABFC-4D54-AEC1-5C571D7263BD}">
      <dsp:nvSpPr>
        <dsp:cNvPr id="0" name=""/>
        <dsp:cNvSpPr/>
      </dsp:nvSpPr>
      <dsp:spPr>
        <a:xfrm>
          <a:off x="257394" y="195445"/>
          <a:ext cx="467990" cy="467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004CC-F7F0-4049-A442-C16268CEC213}">
      <dsp:nvSpPr>
        <dsp:cNvPr id="0" name=""/>
        <dsp:cNvSpPr/>
      </dsp:nvSpPr>
      <dsp:spPr>
        <a:xfrm>
          <a:off x="982779" y="3994"/>
          <a:ext cx="10428170" cy="85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3" tIns="90053" rIns="90053" bIns="9005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Offers over 16,000+ video courses in many fields (technology, business, design, etc.)</a:t>
          </a:r>
        </a:p>
      </dsp:txBody>
      <dsp:txXfrm>
        <a:off x="982779" y="3994"/>
        <a:ext cx="10428170" cy="850891"/>
      </dsp:txXfrm>
    </dsp:sp>
    <dsp:sp modelId="{7B82FC79-AD48-4202-895C-EE925C6D9A62}">
      <dsp:nvSpPr>
        <dsp:cNvPr id="0" name=""/>
        <dsp:cNvSpPr/>
      </dsp:nvSpPr>
      <dsp:spPr>
        <a:xfrm>
          <a:off x="0" y="1067609"/>
          <a:ext cx="11410950" cy="850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08FE6F-E652-4B23-B686-2E9D9C9FE37E}">
      <dsp:nvSpPr>
        <dsp:cNvPr id="0" name=""/>
        <dsp:cNvSpPr/>
      </dsp:nvSpPr>
      <dsp:spPr>
        <a:xfrm>
          <a:off x="257394" y="1259059"/>
          <a:ext cx="467990" cy="467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FB7F9-47D5-4DA9-9217-166690B27697}">
      <dsp:nvSpPr>
        <dsp:cNvPr id="0" name=""/>
        <dsp:cNvSpPr/>
      </dsp:nvSpPr>
      <dsp:spPr>
        <a:xfrm>
          <a:off x="982779" y="1067609"/>
          <a:ext cx="10428170" cy="85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3" tIns="90053" rIns="90053" bIns="900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Courses are available in multiple languages</a:t>
          </a:r>
        </a:p>
      </dsp:txBody>
      <dsp:txXfrm>
        <a:off x="982779" y="1067609"/>
        <a:ext cx="10428170" cy="850891"/>
      </dsp:txXfrm>
    </dsp:sp>
    <dsp:sp modelId="{35289DC2-672C-4445-AF05-21C20B414C23}">
      <dsp:nvSpPr>
        <dsp:cNvPr id="0" name=""/>
        <dsp:cNvSpPr/>
      </dsp:nvSpPr>
      <dsp:spPr>
        <a:xfrm>
          <a:off x="0" y="2131223"/>
          <a:ext cx="11410950" cy="850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E9A49E-039A-4634-8F37-6348041DD417}">
      <dsp:nvSpPr>
        <dsp:cNvPr id="0" name=""/>
        <dsp:cNvSpPr/>
      </dsp:nvSpPr>
      <dsp:spPr>
        <a:xfrm>
          <a:off x="257394" y="2322673"/>
          <a:ext cx="467990" cy="467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D1E0F-36D7-4BAD-A479-30C2564F70B1}">
      <dsp:nvSpPr>
        <dsp:cNvPr id="0" name=""/>
        <dsp:cNvSpPr/>
      </dsp:nvSpPr>
      <dsp:spPr>
        <a:xfrm>
          <a:off x="982779" y="2131223"/>
          <a:ext cx="10428170" cy="85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3" tIns="90053" rIns="90053" bIns="900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Learners can get certificates after completing courses</a:t>
          </a:r>
        </a:p>
      </dsp:txBody>
      <dsp:txXfrm>
        <a:off x="982779" y="2131223"/>
        <a:ext cx="10428170" cy="850891"/>
      </dsp:txXfrm>
    </dsp:sp>
    <dsp:sp modelId="{F1CFD88B-79C3-4F44-8EEC-510A3DC212E8}">
      <dsp:nvSpPr>
        <dsp:cNvPr id="0" name=""/>
        <dsp:cNvSpPr/>
      </dsp:nvSpPr>
      <dsp:spPr>
        <a:xfrm>
          <a:off x="0" y="3194837"/>
          <a:ext cx="11410950" cy="850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94140-0C3F-4BCB-96D6-E8D5A3AE4690}">
      <dsp:nvSpPr>
        <dsp:cNvPr id="0" name=""/>
        <dsp:cNvSpPr/>
      </dsp:nvSpPr>
      <dsp:spPr>
        <a:xfrm>
          <a:off x="257394" y="3386288"/>
          <a:ext cx="467990" cy="467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3E3E1-1376-4499-B092-55F29961D496}">
      <dsp:nvSpPr>
        <dsp:cNvPr id="0" name=""/>
        <dsp:cNvSpPr/>
      </dsp:nvSpPr>
      <dsp:spPr>
        <a:xfrm>
          <a:off x="982779" y="3194837"/>
          <a:ext cx="10428170" cy="85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3" tIns="90053" rIns="90053" bIns="900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Personalized recommendations based on your career interests</a:t>
          </a:r>
        </a:p>
      </dsp:txBody>
      <dsp:txXfrm>
        <a:off x="982779" y="3194837"/>
        <a:ext cx="10428170" cy="850891"/>
      </dsp:txXfrm>
    </dsp:sp>
    <dsp:sp modelId="{E7EDB103-89C0-4D6E-97BC-4E4B904E3E13}">
      <dsp:nvSpPr>
        <dsp:cNvPr id="0" name=""/>
        <dsp:cNvSpPr/>
      </dsp:nvSpPr>
      <dsp:spPr>
        <a:xfrm>
          <a:off x="0" y="4258451"/>
          <a:ext cx="11410950" cy="850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47747-0559-41AE-8718-0E2516DC0644}">
      <dsp:nvSpPr>
        <dsp:cNvPr id="0" name=""/>
        <dsp:cNvSpPr/>
      </dsp:nvSpPr>
      <dsp:spPr>
        <a:xfrm>
          <a:off x="257394" y="4449902"/>
          <a:ext cx="467990" cy="467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8383C-6D41-41B4-9A69-A0DB7F604112}">
      <dsp:nvSpPr>
        <dsp:cNvPr id="0" name=""/>
        <dsp:cNvSpPr/>
      </dsp:nvSpPr>
      <dsp:spPr>
        <a:xfrm>
          <a:off x="982779" y="4258451"/>
          <a:ext cx="10428170" cy="850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3" tIns="90053" rIns="90053" bIns="900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Download videos for offline learning</a:t>
          </a:r>
        </a:p>
      </dsp:txBody>
      <dsp:txXfrm>
        <a:off x="982779" y="4258451"/>
        <a:ext cx="10428170" cy="8508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67CF8-0E06-4765-AB01-2E49174678CC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09E55-1583-4441-BFF6-FB28811A61E5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46A7A2-83F8-4C59-9C9C-83C62E901E08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110004020202020204"/>
              <a:ea typeface="+mn-ea"/>
              <a:cs typeface="+mn-cs"/>
            </a:rPr>
            <a:t>Users sign in using a LinkedIn account</a:t>
          </a:r>
          <a:endParaRPr lang="en-US" sz="2000" kern="1200">
            <a:latin typeface="Aptos" panose="02110004020202020204"/>
            <a:ea typeface="+mn-ea"/>
            <a:cs typeface="+mn-cs"/>
          </a:endParaRPr>
        </a:p>
      </dsp:txBody>
      <dsp:txXfrm>
        <a:off x="1172126" y="908559"/>
        <a:ext cx="2114937" cy="897246"/>
      </dsp:txXfrm>
    </dsp:sp>
    <dsp:sp modelId="{E663BC9E-AE7C-4AB8-AE9C-52259C8AD60B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A941B-21AE-4735-818F-3D333BC846D8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9F5DF1-C7AC-40BB-A012-CCDD3BA5936E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 Display" panose="02110004020202020204"/>
              <a:ea typeface="+mn-ea"/>
              <a:cs typeface="+mn-cs"/>
            </a:rPr>
            <a:t>Search or browse desired courses</a:t>
          </a:r>
          <a:endParaRPr lang="en-US" sz="1900" kern="1200">
            <a:latin typeface="Aptos" panose="02110004020202020204"/>
            <a:ea typeface="+mn-ea"/>
            <a:cs typeface="+mn-cs"/>
          </a:endParaRPr>
        </a:p>
      </dsp:txBody>
      <dsp:txXfrm>
        <a:off x="4745088" y="908559"/>
        <a:ext cx="2114937" cy="897246"/>
      </dsp:txXfrm>
    </dsp:sp>
    <dsp:sp modelId="{6D1EFD0D-1311-423C-B50B-495900DDBEA5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3635B-F10D-4F71-AA09-EB595F8719AB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E7DF72-FAF4-4EA1-96F5-615474ED1452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 Display" panose="02110004020202020204"/>
              <a:ea typeface="+mn-ea"/>
              <a:cs typeface="+mn-cs"/>
            </a:rPr>
            <a:t>Watch video lessons at your own pace</a:t>
          </a:r>
          <a:endParaRPr lang="en-US" sz="1900" kern="1200">
            <a:latin typeface="Aptos" panose="02110004020202020204"/>
            <a:ea typeface="+mn-ea"/>
            <a:cs typeface="+mn-cs"/>
          </a:endParaRPr>
        </a:p>
      </dsp:txBody>
      <dsp:txXfrm>
        <a:off x="8318049" y="908559"/>
        <a:ext cx="2114937" cy="897246"/>
      </dsp:txXfrm>
    </dsp:sp>
    <dsp:sp modelId="{3CDF2380-5734-4250-AF70-EE9851B5F7BC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26A8C-816B-42AB-BC69-DEF30F245AA3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9511BC-E04D-4F57-A5D1-625AD4BAB751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 Display" panose="02110004020202020204"/>
              <a:ea typeface="+mn-ea"/>
              <a:cs typeface="+mn-cs"/>
            </a:rPr>
            <a:t>Take quizzes after modules for practice</a:t>
          </a:r>
          <a:endParaRPr lang="en-US" sz="1900" kern="1200">
            <a:latin typeface="Aptos" panose="02110004020202020204"/>
            <a:ea typeface="+mn-ea"/>
            <a:cs typeface="+mn-cs"/>
          </a:endParaRPr>
        </a:p>
      </dsp:txBody>
      <dsp:txXfrm>
        <a:off x="1172126" y="2545532"/>
        <a:ext cx="2114937" cy="897246"/>
      </dsp:txXfrm>
    </dsp:sp>
    <dsp:sp modelId="{5EA078BE-EEA4-417E-A55B-C760E559A358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1E87E-479D-4E2D-B384-39EDE2439FE6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CED5862-797F-49B2-9179-D59742A73A56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 Display" panose="02110004020202020204"/>
              <a:ea typeface="+mn-ea"/>
              <a:cs typeface="+mn-cs"/>
            </a:rPr>
            <a:t>Earn completion certificates</a:t>
          </a:r>
          <a:endParaRPr lang="en-US" sz="1900" kern="1200">
            <a:latin typeface="Aptos" panose="02110004020202020204"/>
            <a:ea typeface="+mn-ea"/>
            <a:cs typeface="+mn-cs"/>
          </a:endParaRPr>
        </a:p>
      </dsp:txBody>
      <dsp:txXfrm>
        <a:off x="4745088" y="2545532"/>
        <a:ext cx="2114937" cy="897246"/>
      </dsp:txXfrm>
    </dsp:sp>
    <dsp:sp modelId="{093B4002-8CC6-4E47-B692-15DE81DB3A35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0CA2D-85E0-492C-A737-FA2C5AD1DEDD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32E2B4-A0CC-42D0-9754-3322D88E4030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 Display" panose="02110004020202020204"/>
              <a:ea typeface="+mn-ea"/>
              <a:cs typeface="+mn-cs"/>
            </a:rPr>
            <a:t>Certificates can be shared on LinkedIn profile</a:t>
          </a:r>
          <a:endParaRPr lang="en-US" sz="1900" kern="1200">
            <a:latin typeface="Aptos" panose="02110004020202020204"/>
            <a:ea typeface="+mn-ea"/>
            <a:cs typeface="+mn-cs"/>
          </a:endParaRPr>
        </a:p>
      </dsp:txBody>
      <dsp:txXfrm>
        <a:off x="8318049" y="2545532"/>
        <a:ext cx="2114937" cy="8972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D1D4C-F344-4CC4-A40C-F525A62B1460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0F063-09A0-43C6-83FE-9457174242A9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D2802-A0AD-406B-B56E-594C3E2F341A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Integration with Google Docs, Drive, Meet, and Forms. </a:t>
          </a:r>
        </a:p>
      </dsp:txBody>
      <dsp:txXfrm>
        <a:off x="837512" y="3404"/>
        <a:ext cx="9678087" cy="725119"/>
      </dsp:txXfrm>
    </dsp:sp>
    <dsp:sp modelId="{78D1B798-86E4-4D60-9F42-9DEA2E41F5A4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3E696-BE43-4FD2-99DF-1DC4D85608C0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426EB-54C0-42E5-8AA4-98CA8D3D5B6F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Real-time feedback and grading system. </a:t>
          </a:r>
        </a:p>
      </dsp:txBody>
      <dsp:txXfrm>
        <a:off x="837512" y="909803"/>
        <a:ext cx="9678087" cy="725119"/>
      </dsp:txXfrm>
    </dsp:sp>
    <dsp:sp modelId="{0B2A86D1-4AC2-449E-B6D9-C7CE0A77F8ED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8B28B7-5C39-4F12-8973-23D66A759795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6DE4E-2BFF-40D6-A221-E44C0C82B5F1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Stream for announcements and discussions.</a:t>
          </a:r>
        </a:p>
      </dsp:txBody>
      <dsp:txXfrm>
        <a:off x="837512" y="1816202"/>
        <a:ext cx="9678087" cy="725119"/>
      </dsp:txXfrm>
    </dsp:sp>
    <dsp:sp modelId="{BA9F744D-DD5F-453A-9919-0CE1E3953174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423A8-E3C8-4041-AA2D-5CDA233300F5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24AD3-2976-495C-ABA9-945C248228AD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Auto-saving materials in Google Drive. </a:t>
          </a:r>
        </a:p>
      </dsp:txBody>
      <dsp:txXfrm>
        <a:off x="837512" y="2722601"/>
        <a:ext cx="9678087" cy="725119"/>
      </dsp:txXfrm>
    </dsp:sp>
    <dsp:sp modelId="{92013EE8-C09B-4A16-8777-DFABD40E7DC5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C7A2A-1F73-4E1D-8592-1670B9776689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3E54E-0A55-4CA3-B08B-6F8F0A419F61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Benefits: Saves time and paper. Encourages organized and interactive learning. Boosts collaboration and engagement.</a:t>
          </a:r>
        </a:p>
      </dsp:txBody>
      <dsp:txXfrm>
        <a:off x="837512" y="3629000"/>
        <a:ext cx="9678087" cy="7251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13A23-3AB6-4C65-82AC-95B1B645AD85}">
      <dsp:nvSpPr>
        <dsp:cNvPr id="0" name=""/>
        <dsp:cNvSpPr/>
      </dsp:nvSpPr>
      <dsp:spPr>
        <a:xfrm>
          <a:off x="0" y="612598"/>
          <a:ext cx="5334197" cy="11309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BDEB2-5E1E-4B6A-96E5-83D3A957358C}">
      <dsp:nvSpPr>
        <dsp:cNvPr id="0" name=""/>
        <dsp:cNvSpPr/>
      </dsp:nvSpPr>
      <dsp:spPr>
        <a:xfrm>
          <a:off x="342112" y="867062"/>
          <a:ext cx="622022" cy="6220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5BBBF-534A-46C2-8C13-9D236B0D9C2E}">
      <dsp:nvSpPr>
        <dsp:cNvPr id="0" name=""/>
        <dsp:cNvSpPr/>
      </dsp:nvSpPr>
      <dsp:spPr>
        <a:xfrm>
          <a:off x="1306247" y="612598"/>
          <a:ext cx="4027949" cy="113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2" tIns="119692" rIns="119692" bIns="1196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in schools, colleges, and corporate training.</a:t>
          </a:r>
        </a:p>
      </dsp:txBody>
      <dsp:txXfrm>
        <a:off x="1306247" y="612598"/>
        <a:ext cx="4027949" cy="1130950"/>
      </dsp:txXfrm>
    </dsp:sp>
    <dsp:sp modelId="{4F8E2A2A-D6DA-4350-924B-2974A3BE57DF}">
      <dsp:nvSpPr>
        <dsp:cNvPr id="0" name=""/>
        <dsp:cNvSpPr/>
      </dsp:nvSpPr>
      <dsp:spPr>
        <a:xfrm>
          <a:off x="0" y="2026286"/>
          <a:ext cx="5334197" cy="11309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818D3-823C-45E5-BE17-9517CEDF0B09}">
      <dsp:nvSpPr>
        <dsp:cNvPr id="0" name=""/>
        <dsp:cNvSpPr/>
      </dsp:nvSpPr>
      <dsp:spPr>
        <a:xfrm>
          <a:off x="342112" y="2280750"/>
          <a:ext cx="622022" cy="6220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37E01-8D99-439F-BAE6-D6DD4F4A6DA5}">
      <dsp:nvSpPr>
        <dsp:cNvPr id="0" name=""/>
        <dsp:cNvSpPr/>
      </dsp:nvSpPr>
      <dsp:spPr>
        <a:xfrm>
          <a:off x="1306247" y="2026286"/>
          <a:ext cx="4027949" cy="113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92" tIns="119692" rIns="119692" bIns="11969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Ideal for assignments, announcements, and assessments. </a:t>
          </a:r>
        </a:p>
      </dsp:txBody>
      <dsp:txXfrm>
        <a:off x="1306247" y="2026286"/>
        <a:ext cx="4027949" cy="11309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F847B-96E2-4E06-BF1F-8ABAE954E456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0BA64-F943-45C2-966E-7C6B485B0369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Needs reliable internet access. Less suitable for lab-based/practical courses. </a:t>
          </a:r>
        </a:p>
      </dsp:txBody>
      <dsp:txXfrm>
        <a:off x="696297" y="538547"/>
        <a:ext cx="4171627" cy="2590157"/>
      </dsp:txXfrm>
    </dsp:sp>
    <dsp:sp modelId="{B1ED58AB-68FA-4E89-9F4D-B3D7C90B3040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3A4A0-B9B3-4CCB-9932-C3862878E8B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Possible digital distractions for students.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69D4-39F0-3A8F-B3CE-C5FCA7516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B76DE-BD4E-842A-BCB1-E43248DDE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98DA7-732F-5687-E16D-653B5033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114F4-15C3-E34C-31AD-4C7D2D7E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7DA9A-622D-69CD-3CDD-19BCC7E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18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3B91-F86D-3F68-797C-4DDC506C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B19DD-73EE-52FB-BB47-DA7E0753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93E04-E955-CAFB-1EF2-8A9D1A9D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E4FE4-D5D3-20F1-1270-CD132EFF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F893-CC94-A73D-0150-BE5D1A6E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47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EAF2-E36A-665B-CD53-8B5CFE97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903F8-6A03-832C-CFAA-E580840CF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641AE-2C85-28CE-9BD1-AF3471C63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8C0F2-C480-7A86-847D-4CC9870E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B6499-D12E-ED27-E1BA-8485C16C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36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89844-6D66-9CD3-E180-5D4609A9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68EA-19FA-5011-38C4-77FEC08BE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35A1D-8ABA-739E-AF47-E48FF58C0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B98F9-2B0B-47D7-7F02-36AEB4F1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4486E-DE37-E0C8-36DA-FA969158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EF54F-A592-EC22-1C5B-C36F56C0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6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8A44-A287-FABF-2186-F9E4CB3B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5EAD5-B57D-F7D4-DA9E-4600C86A0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82024-0829-5A3F-4002-FDF0BECB9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D3BD8-F673-A07C-CD1D-C10B2C428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83A22-2F44-6174-ADD3-F69AB5885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25841-402C-937B-F5A2-0D954C9A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E5E69-671F-FCFD-D001-36753A45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D856E-0030-49B4-FE16-E2B167E8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4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CBDC-0BA9-84CB-C19F-EE8977A3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7CB48-40CC-980E-3EF2-CAC00C91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360BF-35F2-0184-72CB-8AAAFEC0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828FB-6ECF-1228-2494-1CC8D5CC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9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64D5C-DF80-9196-EE9B-795BEDB3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191E0-C830-0839-B08A-E1A29A2E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D96B9-9EF8-1BD3-732C-B9C14B70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41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D3CC-BD0C-F4FF-F954-B4909A37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06EE-86FF-7D90-A37C-4AA962CCF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66DDD-C607-B1AA-D77C-DC635F21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516D0-B2E9-13CE-A2C6-958305DA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4A2C3-2EE3-A4AD-8189-76380CA3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8D121-4D27-77B1-D11D-B8674127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93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9315-A74F-6191-A223-4E39D59C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98406-BC40-42CA-55BC-4D1122206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969D4-6629-AF5E-F0B5-12BDE3C99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5E146-921F-73CA-F089-5CF305C8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56155-A311-3EB7-2380-A29D7F01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FCB29-D881-46B7-CAEB-24F74F17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1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1EA0-564B-54D4-CD37-7D0CB527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E9D4A-E11A-0893-CA88-0C277EA5E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491D4-1277-5581-A91F-34800E1A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F2165-CEFA-71A5-3B06-08117EF1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22558-D353-A4E9-DE0E-B8B25E16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07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D4617-4723-83E0-B175-6F895874F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7A72D-B587-1210-E8CF-052F6816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5BB7-E6EE-1D36-3696-ED947508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7A6DF-CBFC-9057-C297-317A608D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80E03-5F80-AA02-E676-0E89F60F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70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9A7E2B-7468-0CFF-B853-2551A5D8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B7C7-6241-FDD9-8BAC-482676CB0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F4B4-B3D3-D7FD-57CE-23213953A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B50E2-24D7-4BBD-A0CC-8CD463A41C8F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465FC-EA83-52B0-4BA0-DDB5F081F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2D53-5F7B-D5AE-89A6-3BA5194A8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2CF97-A177-4432-9E85-FADF036F7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4.png"/><Relationship Id="rId9" Type="http://schemas.microsoft.com/office/2007/relationships/diagramDrawing" Target="../diagrams/drawing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5.png"/><Relationship Id="rId9" Type="http://schemas.microsoft.com/office/2007/relationships/diagramDrawing" Target="../diagrams/drawing7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807F0-7E9E-AC59-AF57-11C09B063180}"/>
              </a:ext>
            </a:extLst>
          </p:cNvPr>
          <p:cNvSpPr/>
          <p:nvPr/>
        </p:nvSpPr>
        <p:spPr>
          <a:xfrm>
            <a:off x="2167128" y="2598002"/>
            <a:ext cx="7086600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793E0-8612-11E5-C38E-F16B6D95D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027" y="1505485"/>
            <a:ext cx="9653397" cy="109251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APPS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1002F-9E23-A340-EEAF-50DA954ED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36408" y="3428999"/>
            <a:ext cx="4131002" cy="32766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800" b="1" dirty="0">
                <a:latin typeface="Times New Roman"/>
                <a:cs typeface="Times New Roman"/>
              </a:rPr>
              <a:t>PRESENTED BY</a:t>
            </a:r>
          </a:p>
          <a:p>
            <a:pPr algn="l"/>
            <a:r>
              <a:rPr lang="en-US" sz="1800" dirty="0">
                <a:latin typeface="Times New Roman"/>
                <a:cs typeface="Times New Roman"/>
              </a:rPr>
              <a:t>SREE. B [192524023] </a:t>
            </a:r>
          </a:p>
          <a:p>
            <a:pPr algn="l"/>
            <a:r>
              <a:rPr lang="en-IN" sz="1800" dirty="0">
                <a:latin typeface="Times New Roman"/>
                <a:cs typeface="Times New Roman"/>
              </a:rPr>
              <a:t>SRIHARI. S [192524389]</a:t>
            </a:r>
          </a:p>
          <a:p>
            <a:pPr algn="l"/>
            <a:r>
              <a:rPr lang="en-IN" sz="1800" dirty="0">
                <a:latin typeface="Times New Roman"/>
                <a:cs typeface="Times New Roman"/>
              </a:rPr>
              <a:t>KAVIYA. G [192524281]</a:t>
            </a:r>
          </a:p>
          <a:p>
            <a:pPr algn="l"/>
            <a:r>
              <a:rPr lang="en-IN" sz="1800" dirty="0">
                <a:latin typeface="Times New Roman"/>
                <a:cs typeface="Times New Roman"/>
              </a:rPr>
              <a:t>MALLIREDDY PUSHPA CHANADAN [192513026]</a:t>
            </a:r>
          </a:p>
          <a:p>
            <a:pPr algn="l"/>
            <a:r>
              <a:rPr lang="en-IN" sz="1800" dirty="0">
                <a:latin typeface="Times New Roman"/>
                <a:cs typeface="Times New Roman"/>
              </a:rPr>
              <a:t>NIRANJAN MUTHUSAMY [192514046]</a:t>
            </a:r>
          </a:p>
          <a:p>
            <a:pPr algn="l"/>
            <a:r>
              <a:rPr lang="en-IN" sz="1800" dirty="0">
                <a:latin typeface="Times New Roman"/>
                <a:cs typeface="Times New Roman"/>
              </a:rPr>
              <a:t>MOHAMED RAFI [192514046] </a:t>
            </a:r>
          </a:p>
          <a:p>
            <a:pPr algn="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73D9D-C9E8-0A58-5662-04233C0EB6BC}"/>
              </a:ext>
            </a:extLst>
          </p:cNvPr>
          <p:cNvSpPr txBox="1"/>
          <p:nvPr/>
        </p:nvSpPr>
        <p:spPr>
          <a:xfrm>
            <a:off x="420623" y="4443984"/>
            <a:ext cx="546087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GUIDE</a:t>
            </a:r>
          </a:p>
          <a:p>
            <a:r>
              <a:rPr lang="en-US" dirty="0">
                <a:latin typeface="Times New Roman"/>
                <a:cs typeface="Times New Roman"/>
              </a:rPr>
              <a:t>Dr. PARKAVI </a:t>
            </a:r>
          </a:p>
        </p:txBody>
      </p:sp>
      <p:pic>
        <p:nvPicPr>
          <p:cNvPr id="11" name="Picture 10" descr="A blue and yellow logo&#10;&#10;AI-generated content may be incorrect.">
            <a:extLst>
              <a:ext uri="{FF2B5EF4-FFF2-40B4-BE49-F238E27FC236}">
                <a16:creationId xmlns:a16="http://schemas.microsoft.com/office/drawing/2014/main" id="{3CDD96A7-810B-7AC1-8C9B-F7CAB170A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027" y="0"/>
            <a:ext cx="9658925" cy="1246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2B350-BB39-60D8-50BD-94D35714A3B3}"/>
              </a:ext>
            </a:extLst>
          </p:cNvPr>
          <p:cNvSpPr txBox="1"/>
          <p:nvPr/>
        </p:nvSpPr>
        <p:spPr>
          <a:xfrm>
            <a:off x="2130552" y="2598002"/>
            <a:ext cx="7152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UBA3021</a:t>
            </a:r>
          </a:p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PLACEMENT TRAINING FOR PROSPECTIVE ENGINEERS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7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983ED-6FC4-19F4-0054-E70E7F26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799355"/>
            <a:ext cx="5850393" cy="103401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INTRODUCTION </a:t>
            </a:r>
            <a:endParaRPr lang="en-IN" b="1" dirty="0">
              <a:latin typeface="Times New Roman"/>
              <a:cs typeface="Times New Roman"/>
            </a:endParaRP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22AA5642-E0D2-FED3-526F-707FF416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/>
                <a:ea typeface="Calibri"/>
                <a:cs typeface="Calibri"/>
              </a:rPr>
              <a:t>Transform</a:t>
            </a:r>
            <a:r>
              <a:rPr lang="en-US" sz="2000" dirty="0">
                <a:latin typeface="Calibri"/>
                <a:ea typeface="Calibri"/>
                <a:cs typeface="Calibri"/>
              </a:rPr>
              <a:t> learning with educational apps—digital tools designed for phones, tablets, and computers to make studying easier, faster, and more enjoyable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/>
                <a:ea typeface="Calibri"/>
                <a:cs typeface="Calibri"/>
              </a:rPr>
              <a:t>Empower</a:t>
            </a:r>
            <a:r>
              <a:rPr lang="en-US" sz="2000" dirty="0">
                <a:latin typeface="Calibri"/>
                <a:ea typeface="Calibri"/>
                <a:cs typeface="Calibri"/>
              </a:rPr>
              <a:t> students to learn anytime, anywhere, and in any subject through interactive videos, engaging quizzes, and entertaining games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/>
                <a:ea typeface="Calibri"/>
                <a:cs typeface="Calibri"/>
              </a:rPr>
              <a:t>Deliver</a:t>
            </a:r>
            <a:r>
              <a:rPr lang="en-US" sz="2000" dirty="0">
                <a:latin typeface="Calibri"/>
                <a:ea typeface="Calibri"/>
                <a:cs typeface="Calibri"/>
              </a:rPr>
              <a:t> personalized lessons, support teachers in managing classes, and assist in tracking students’ progress effectively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/>
                <a:ea typeface="Calibri"/>
                <a:cs typeface="Calibri"/>
              </a:rPr>
              <a:t>Revolutionize</a:t>
            </a:r>
            <a:r>
              <a:rPr lang="en-US" sz="2000" dirty="0">
                <a:latin typeface="Calibri"/>
                <a:ea typeface="Calibri"/>
                <a:cs typeface="Calibri"/>
              </a:rPr>
              <a:t> education by making learning engaging, enhancing digital skills, and integrating modern technology</a:t>
            </a:r>
            <a:endParaRPr lang="en-IN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Graphic 30" descr="Smart Phone">
            <a:extLst>
              <a:ext uri="{FF2B5EF4-FFF2-40B4-BE49-F238E27FC236}">
                <a16:creationId xmlns:a16="http://schemas.microsoft.com/office/drawing/2014/main" id="{492FE6E3-F1CD-900E-3C04-E020B6567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962" y="1929820"/>
            <a:ext cx="4221597" cy="422159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26446-70A5-6C7D-0021-C467D8B88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4" y="369547"/>
            <a:ext cx="790495" cy="830435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D47A0F67-738F-F720-0E9A-1093EC77A0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341" y="369547"/>
            <a:ext cx="633200" cy="8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6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0484F-D1AE-812C-2960-7C913B6D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1168" y="2501984"/>
            <a:ext cx="3985207" cy="1380744"/>
          </a:xfrm>
        </p:spPr>
        <p:txBody>
          <a:bodyPr anchor="b">
            <a:normAutofit/>
          </a:bodyPr>
          <a:lstStyle/>
          <a:p>
            <a:pPr algn="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BA3AD944-DA40-C928-2BB8-50A0FFE14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BC260B-522A-75F2-F368-1E102921F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80B1C4C-00C6-31AB-8C48-815335B58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4035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5622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B1CB-8C6C-369A-A4F1-CB139CD8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0" y="795528"/>
            <a:ext cx="2862072" cy="603502"/>
          </a:xfrm>
        </p:spPr>
        <p:txBody>
          <a:bodyPr anchor="t"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A70D-E528-FF4E-4E27-A905A8F2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915" y="1770126"/>
            <a:ext cx="4706687" cy="438398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Calibri"/>
                <a:ea typeface="Calibri"/>
                <a:cs typeface="Calibri"/>
              </a:rPr>
              <a:t>The </a:t>
            </a:r>
            <a:r>
              <a:rPr lang="en-US" sz="3200" b="1" dirty="0">
                <a:latin typeface="Calibri"/>
                <a:ea typeface="Calibri"/>
                <a:cs typeface="Calibri"/>
              </a:rPr>
              <a:t>IEEE App</a:t>
            </a:r>
            <a:r>
              <a:rPr lang="en-US" sz="3200" dirty="0">
                <a:latin typeface="Calibri"/>
                <a:ea typeface="Calibri"/>
                <a:cs typeface="Calibri"/>
              </a:rPr>
              <a:t> is a</a:t>
            </a:r>
            <a:endParaRPr lang="en-US" sz="3200" dirty="0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dirty="0"/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Digital learning platform,</a:t>
            </a:r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Developed by the </a:t>
            </a:r>
            <a:r>
              <a:rPr lang="en-US" sz="3200" i="1" dirty="0">
                <a:latin typeface="Calibri"/>
                <a:ea typeface="Calibri"/>
                <a:cs typeface="Calibri"/>
              </a:rPr>
              <a:t>Institute of Electrical and Electronics Engineers,</a:t>
            </a:r>
          </a:p>
          <a:p>
            <a:r>
              <a:rPr lang="en-US" sz="3200" i="1" dirty="0">
                <a:latin typeface="Calibri"/>
                <a:ea typeface="Calibri"/>
                <a:cs typeface="Calibri"/>
              </a:rPr>
              <a:t> </a:t>
            </a:r>
            <a:r>
              <a:rPr lang="en-US" sz="3200" dirty="0">
                <a:latin typeface="Calibri"/>
                <a:ea typeface="Calibri"/>
                <a:cs typeface="Calibri"/>
              </a:rPr>
              <a:t>To support students, educators, and professionals in the field of science, engineering, and technology </a:t>
            </a:r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Headquarters located in Manhattan, New York</a:t>
            </a:r>
          </a:p>
          <a:p>
            <a:pPr>
              <a:buFont typeface="Arial" panose="05000000000000000000" pitchFamily="2" charset="2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‎IEEE on the App Store">
            <a:extLst>
              <a:ext uri="{FF2B5EF4-FFF2-40B4-BE49-F238E27FC236}">
                <a16:creationId xmlns:a16="http://schemas.microsoft.com/office/drawing/2014/main" id="{295CF55A-5358-DAAE-29BF-AA5152F65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5" r="12931"/>
          <a:stretch>
            <a:fillRect/>
          </a:stretch>
        </p:blipFill>
        <p:spPr bwMode="auto">
          <a:xfrm>
            <a:off x="6082748" y="1538230"/>
            <a:ext cx="5334160" cy="3783141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ED223B-D297-19E9-1438-CB2DC7468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15" y="284165"/>
            <a:ext cx="839448" cy="839448"/>
          </a:xfrm>
          <a:prstGeom prst="rect">
            <a:avLst/>
          </a:prstGeom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0700DB00-E570-1240-DB63-D15F5447F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F0264-C016-32E0-5A83-FA5BF776E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1" r="2691" b="1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BF9CF-6E1B-A3B2-1B16-1CAD30DF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3">
            <a:extLst>
              <a:ext uri="{FF2B5EF4-FFF2-40B4-BE49-F238E27FC236}">
                <a16:creationId xmlns:a16="http://schemas.microsoft.com/office/drawing/2014/main" id="{832EBD84-A7F3-328C-DBBD-32F1D48C47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948" y="2346253"/>
          <a:ext cx="5419168" cy="4020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F701C472-4BB4-E2BE-AB7D-F9905E81BD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AA12A-754C-0C1C-95CE-79531B39B4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0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BB04-CDA4-3D6C-14B8-A46A597EE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134" y="233426"/>
            <a:ext cx="5453092" cy="863853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cs typeface="Times New Roman"/>
              </a:rPr>
              <a:t>ADVANTAGES</a:t>
            </a:r>
            <a:endParaRPr lang="en-IN" b="1">
              <a:latin typeface="Times New Roman"/>
              <a:cs typeface="Times New Roman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4BD58E31-3713-CE3B-2F6A-1454AA6C4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601882"/>
              </p:ext>
            </p:extLst>
          </p:nvPr>
        </p:nvGraphicFramePr>
        <p:xfrm>
          <a:off x="36657" y="2294072"/>
          <a:ext cx="6423804" cy="2608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142882FD-19B4-8E60-EA3C-583BE1616C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96268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7C0D33-FEE1-B40C-E2CF-AB65C4EA03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  <p:pic>
        <p:nvPicPr>
          <p:cNvPr id="47" name="Picture 46" descr="A colorful background with icons and text&#10;&#10;AI-generated content may be incorrect.">
            <a:extLst>
              <a:ext uri="{FF2B5EF4-FFF2-40B4-BE49-F238E27FC236}">
                <a16:creationId xmlns:a16="http://schemas.microsoft.com/office/drawing/2014/main" id="{D8D89DD8-8249-B80C-BA9F-048DDD99D28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122" t="27240" b="14695"/>
          <a:stretch>
            <a:fillRect/>
          </a:stretch>
        </p:blipFill>
        <p:spPr>
          <a:xfrm>
            <a:off x="7523556" y="1432362"/>
            <a:ext cx="3887285" cy="357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3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9C564-A154-A33D-4822-CA191203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36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47156-8FE9-E23F-2FCB-6A12C4214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Access only to paid membership.</a:t>
            </a:r>
            <a:endParaRPr lang="en-IN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r>
              <a:rPr lang="en-IN" sz="32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Limited offline Access.</a:t>
            </a:r>
          </a:p>
          <a:p>
            <a:r>
              <a:rPr lang="en-IN" sz="32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Lack of Personalized support.</a:t>
            </a:r>
          </a:p>
          <a:p>
            <a:r>
              <a:rPr lang="en-IN" sz="32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Lack of  proper guidance.</a:t>
            </a:r>
            <a:endParaRPr lang="en-US" sz="32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4E0D7138-10FD-4BFA-D8C5-79CEC39BF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96268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57B499-DDF2-77DF-FB3C-2B1C0BA9B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23EEBC-1475-D60C-DF08-7169E515C4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36" t="25508" r="-2525" b="15518"/>
          <a:stretch>
            <a:fillRect/>
          </a:stretch>
        </p:blipFill>
        <p:spPr>
          <a:xfrm>
            <a:off x="6519672" y="1737360"/>
            <a:ext cx="4725605" cy="404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8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FAEF-EB09-4F21-D926-E5C8198E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FDF02-1EA0-B701-2722-F2625D33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 on development of AI with IoT.</a:t>
            </a:r>
          </a:p>
          <a:p>
            <a:pPr marL="0" indent="0">
              <a:buNone/>
            </a:pP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of Soft skills like project management, team- work, communication skills.</a:t>
            </a:r>
          </a:p>
          <a:p>
            <a:pPr marL="0" indent="0">
              <a:buNone/>
            </a:pP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 interdisciplinary skills with various fields.</a:t>
            </a:r>
          </a:p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Real-World Applications.</a:t>
            </a:r>
          </a:p>
          <a:p>
            <a:endParaRPr lang="en-I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FDBE6A45-CA63-C090-24B9-9DBDF6C31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96268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5AE3D-E0FE-412A-DB1E-0E9DD1326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7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65C78-013E-4AA3-1AD5-1032BBFF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011" y="500061"/>
            <a:ext cx="539336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DUOLINGO</a:t>
            </a:r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48AA-E196-377A-BBAD-E1024E2E0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O</a:t>
            </a:r>
            <a:r>
              <a:rPr lang="en-IN" dirty="0" err="1">
                <a:latin typeface="Calibri"/>
                <a:ea typeface="Calibri"/>
                <a:cs typeface="Calibri"/>
              </a:rPr>
              <a:t>neof</a:t>
            </a:r>
            <a:r>
              <a:rPr lang="en-IN" dirty="0">
                <a:latin typeface="Calibri"/>
                <a:ea typeface="Calibri"/>
                <a:cs typeface="Calibri"/>
              </a:rPr>
              <a:t> the popular free version language learning app that uses gamified and bit-sized approach to teach,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Languages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Mathematics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</a:t>
            </a:r>
          </a:p>
          <a:p>
            <a:pPr lvl="1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Chess</a:t>
            </a:r>
          </a:p>
          <a:p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Duolingo logo and symbol, meaning, history, PNG">
            <a:extLst>
              <a:ext uri="{FF2B5EF4-FFF2-40B4-BE49-F238E27FC236}">
                <a16:creationId xmlns:a16="http://schemas.microsoft.com/office/drawing/2014/main" id="{C8CE2BCA-ED23-2F7C-2C41-550ABB564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FFFFFF">
              <a:shade val="85000"/>
            </a:srgbClr>
          </a:solidFill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8BEC1-123D-CFA2-2440-98783DB7B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95" y="297180"/>
            <a:ext cx="695582" cy="730726"/>
          </a:xfrm>
          <a:prstGeom prst="rect">
            <a:avLst/>
          </a:prstGeom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8D12CC7B-5F67-49AE-420E-930B2ADD4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96268"/>
            <a:ext cx="699460" cy="9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2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CC01C-52A6-A116-2183-EECC6F9F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250" y="492011"/>
            <a:ext cx="3595678" cy="1330839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36181-34CB-EED9-3A85-7E586C36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Calibri"/>
                <a:ea typeface="Calibri"/>
                <a:cs typeface="Calibri"/>
              </a:rPr>
              <a:t>The key features are </a:t>
            </a: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Gamified learning</a:t>
            </a: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 sized Lessons</a:t>
            </a: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learning</a:t>
            </a: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learning</a:t>
            </a: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Motivational tools</a:t>
            </a:r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erson holding a tablet&#10;&#10;AI-generated content may be incorrect.">
            <a:extLst>
              <a:ext uri="{FF2B5EF4-FFF2-40B4-BE49-F238E27FC236}">
                <a16:creationId xmlns:a16="http://schemas.microsoft.com/office/drawing/2014/main" id="{1AA7CDF0-731E-3214-E795-87BFB45F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5329"/>
          <a:stretch>
            <a:fillRect/>
          </a:stretch>
        </p:blipFill>
        <p:spPr>
          <a:xfrm>
            <a:off x="4830804" y="-3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9569470C-D5D2-62F5-FA16-EE26674D1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A58FA9-6320-4178-F813-CC6BE3B8E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3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ell phone with an owl on the screen&#10;&#10;AI-generated content may be incorrect.">
            <a:extLst>
              <a:ext uri="{FF2B5EF4-FFF2-40B4-BE49-F238E27FC236}">
                <a16:creationId xmlns:a16="http://schemas.microsoft.com/office/drawing/2014/main" id="{F9D33420-1ED4-6B6A-7DB3-3040C001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24" t="3786" r="6061" b="19899"/>
          <a:stretch>
            <a:fillRect/>
          </a:stretch>
        </p:blipFill>
        <p:spPr>
          <a:xfrm>
            <a:off x="6927272" y="363129"/>
            <a:ext cx="5264730" cy="58340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4A5CDE-5B06-B708-8CCD-C761965F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27" y="561396"/>
            <a:ext cx="7352147" cy="1071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C394-7E82-2200-A697-F9EE9583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latin typeface="Calibri"/>
                <a:ea typeface="Calibri"/>
                <a:cs typeface="Calibri"/>
              </a:rPr>
              <a:t>Offers Free and Flexible learning.</a:t>
            </a:r>
          </a:p>
          <a:p>
            <a:r>
              <a:rPr lang="en-IN" sz="3200">
                <a:latin typeface="Calibri"/>
                <a:ea typeface="Calibri"/>
                <a:cs typeface="Calibri"/>
              </a:rPr>
              <a:t>Interactive and Effective in learning.</a:t>
            </a:r>
            <a:endParaRPr lang="en-US" sz="3200">
              <a:latin typeface="Calibri"/>
              <a:ea typeface="Calibri"/>
              <a:cs typeface="Calibri"/>
            </a:endParaRPr>
          </a:p>
          <a:p>
            <a:r>
              <a:rPr lang="en-IN" sz="3200">
                <a:latin typeface="Calibri"/>
                <a:ea typeface="Calibri"/>
                <a:cs typeface="Calibri"/>
              </a:rPr>
              <a:t>Contextual Learning.</a:t>
            </a:r>
          </a:p>
          <a:p>
            <a:r>
              <a:rPr lang="en-IN" sz="3200">
                <a:latin typeface="Calibri"/>
                <a:ea typeface="Calibri"/>
                <a:cs typeface="Calibri"/>
              </a:rPr>
              <a:t>Supports 40 diverse languages.</a:t>
            </a:r>
          </a:p>
        </p:txBody>
      </p: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1C651733-1534-E35A-6040-97B3E4F9D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E11F23-8F80-498F-D092-7191C12DBE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8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21F5E8-E39E-E178-B3C6-F27E3161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537047"/>
            <a:ext cx="6153150" cy="5467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AA9C8F-B22D-D807-EB72-6DA26BEA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85" y="661007"/>
            <a:ext cx="5868996" cy="105355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800CE-F6E0-798E-4D24-82C68AC8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74" y="1838523"/>
            <a:ext cx="6057900" cy="42179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>
                <a:latin typeface="Calibri"/>
                <a:ea typeface="Calibri"/>
                <a:cs typeface="Calibri"/>
              </a:rPr>
              <a:t>Insufficient Grammar Explanation.</a:t>
            </a:r>
          </a:p>
          <a:p>
            <a:r>
              <a:rPr lang="en-US" sz="2700">
                <a:latin typeface="Calibri"/>
                <a:ea typeface="Calibri"/>
                <a:cs typeface="Calibri"/>
              </a:rPr>
              <a:t>Minimal Speaking and Listening Practice.</a:t>
            </a:r>
          </a:p>
          <a:p>
            <a:r>
              <a:rPr lang="en-US" sz="2700">
                <a:latin typeface="Calibri"/>
                <a:ea typeface="Calibri"/>
                <a:cs typeface="Calibri"/>
              </a:rPr>
              <a:t>Misleading Expectations.</a:t>
            </a:r>
          </a:p>
          <a:p>
            <a:r>
              <a:rPr lang="en-US" sz="2700">
                <a:latin typeface="Calibri"/>
                <a:ea typeface="Calibri"/>
                <a:cs typeface="Calibri"/>
              </a:rPr>
              <a:t>Contents are repetitive.</a:t>
            </a:r>
          </a:p>
          <a:p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17B78AFD-0C36-5BA3-4BDA-2AB1AFAC6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1748D9-68C5-9AF4-0E42-7057379D6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6" y="164429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7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098E-9F3F-3509-F701-E983566E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BYJU’S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0" descr="SIMATS ENGINEERING —Programs Offered">
            <a:extLst>
              <a:ext uri="{FF2B5EF4-FFF2-40B4-BE49-F238E27FC236}">
                <a16:creationId xmlns:a16="http://schemas.microsoft.com/office/drawing/2014/main" id="{DA6E33BE-96C5-02A4-0E43-70DB1F6CFF8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57505" y="2084831"/>
            <a:ext cx="7712106" cy="319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3200" dirty="0">
                <a:latin typeface="Calibri"/>
                <a:ea typeface="Calibri"/>
                <a:cs typeface="Calibri"/>
              </a:rPr>
              <a:t>Transforms learning through engaging video lessons, simplifies concepts with interactive animations.</a:t>
            </a:r>
          </a:p>
          <a:p>
            <a:r>
              <a:rPr lang="en-US" sz="3200" dirty="0">
                <a:latin typeface="Calibri"/>
                <a:ea typeface="Calibri"/>
                <a:cs typeface="Calibri"/>
              </a:rPr>
              <a:t>Empowers students to study anytime, anywhere, encourages curiosity across subjects.</a:t>
            </a:r>
          </a:p>
        </p:txBody>
      </p:sp>
      <p:pic>
        <p:nvPicPr>
          <p:cNvPr id="1026" name="Picture 2" descr="Byju's acquires Great Learning, ETBrandEquity">
            <a:extLst>
              <a:ext uri="{FF2B5EF4-FFF2-40B4-BE49-F238E27FC236}">
                <a16:creationId xmlns:a16="http://schemas.microsoft.com/office/drawing/2014/main" id="{05CA8B2A-9F27-336D-A421-C3E3974E8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298" y="2345436"/>
            <a:ext cx="2889504" cy="21671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6B7D9CED-C55A-C8DE-7C96-AC1D4DE15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34B48F-BE0E-3554-DD82-C4C284BDF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0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1D6D-7237-7D5D-CF00-16461769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056" y="365125"/>
            <a:ext cx="8722743" cy="101465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4B3C3-C562-26B6-B722-971E5C898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694" y="2485366"/>
            <a:ext cx="8226725" cy="29928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Personalized Learning.</a:t>
            </a:r>
            <a:endParaRPr lang="en-US"/>
          </a:p>
          <a:p>
            <a:r>
              <a:rPr lang="en-US" sz="3200"/>
              <a:t>Practice Tests and Quizzes.</a:t>
            </a:r>
          </a:p>
          <a:p>
            <a:r>
              <a:rPr lang="en-US" sz="3200"/>
              <a:t>24/7 Learning Access.</a:t>
            </a:r>
          </a:p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A3AE808E-A661-2DEF-78EE-8E75E80D0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9A7A7-E225-B6E5-9611-41570CE3F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A8907-61E9-0110-5607-CB6E37A16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615" y="1633460"/>
            <a:ext cx="4691139" cy="469113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487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FEA3-1A3A-CD9D-0F36-BDD360D5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912" y="362309"/>
            <a:ext cx="6996023" cy="841248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E7202-89CE-69E8-1E4E-B0B6FD9C4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709292"/>
            <a:ext cx="10638536" cy="46640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/>
              <a:t>Interactive learning makes understand concepts easily.</a:t>
            </a:r>
          </a:p>
          <a:p>
            <a:endParaRPr lang="en-US" sz="3200"/>
          </a:p>
          <a:p>
            <a:r>
              <a:rPr lang="en-US" sz="3200"/>
              <a:t>Adaptive lessons fit each student’s pace, style.</a:t>
            </a:r>
          </a:p>
          <a:p>
            <a:pPr marL="0" indent="0">
              <a:buNone/>
            </a:pPr>
            <a:endParaRPr lang="en-US" sz="3200"/>
          </a:p>
          <a:p>
            <a:r>
              <a:rPr lang="en-US" sz="3200"/>
              <a:t>Accessible contents to learn anytime, anywhere.</a:t>
            </a:r>
          </a:p>
          <a:p>
            <a:pPr marL="0" indent="0">
              <a:buNone/>
            </a:pPr>
            <a:endParaRPr lang="en-US" sz="3200"/>
          </a:p>
          <a:p>
            <a:r>
              <a:rPr lang="en-US" sz="3200"/>
              <a:t>Empowering practice builds confidence, curiosity, and strong understanding.</a:t>
            </a:r>
          </a:p>
          <a:p>
            <a:endParaRPr lang="en-IN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121B7864-7C67-AED8-53BD-04DB8A5B6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1D96AB-D99A-C066-C5D5-D8B64AB20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4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5C35-0DE9-CD77-403B-8BE98B16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09" y="365126"/>
            <a:ext cx="5538160" cy="918782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15C646-CCDD-7544-66EE-FC39F5E2AB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7094" y="1680613"/>
            <a:ext cx="988587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gadgets and strong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face-to-face interaction</a:t>
            </a:r>
            <a:r>
              <a:rPr lang="en-US" alt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Encourages screen dependence</a:t>
            </a:r>
            <a:r>
              <a:rPr lang="en-US" alt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physical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Involves high subscription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Involves distractions from other mobile apps.</a:t>
            </a:r>
          </a:p>
        </p:txBody>
      </p: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1B0A6B16-A815-36FB-6F59-93CEAEF3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2A6161-D577-7C68-0C5A-F989C1C43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8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6C9E-DC27-59FB-085D-F497A448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         LINKEDIN 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5462-F1FD-285A-669D-B341B4F7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954" y="1900533"/>
            <a:ext cx="77438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rgbClr val="444444"/>
                </a:solidFill>
                <a:latin typeface="Aptos"/>
                <a:ea typeface="Calibri"/>
                <a:cs typeface="Calibri"/>
              </a:rPr>
              <a:t>It offers thousands of expert video courses in many subjects</a:t>
            </a:r>
            <a:endParaRPr lang="en-US" sz="32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rgbClr val="444444"/>
                </a:solidFill>
                <a:latin typeface="Aptos"/>
                <a:ea typeface="Calibri"/>
                <a:cs typeface="Calibri"/>
              </a:rPr>
              <a:t>Helps students and professionals develop new skills for their career</a:t>
            </a:r>
            <a:endParaRPr lang="en-US" sz="3200" dirty="0">
              <a:latin typeface="Aptos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rgbClr val="444444"/>
                </a:solidFill>
                <a:latin typeface="Aptos"/>
                <a:ea typeface="Calibri"/>
                <a:cs typeface="Calibri"/>
              </a:rPr>
              <a:t>Available anytime and anywhere through mobile and desktop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rgbClr val="444444"/>
                </a:solidFill>
                <a:latin typeface="Aptos"/>
                <a:ea typeface="Calibri"/>
                <a:cs typeface="Calibri"/>
              </a:rPr>
              <a:t>Courses are taught by industry experts and professionals </a:t>
            </a:r>
            <a:endParaRPr lang="en-US" sz="3200" dirty="0">
              <a:latin typeface="Aptos"/>
            </a:endParaRPr>
          </a:p>
          <a:p>
            <a:endParaRPr lang="en-US" sz="3200" dirty="0"/>
          </a:p>
        </p:txBody>
      </p:sp>
      <p:pic>
        <p:nvPicPr>
          <p:cNvPr id="5" name="Picture 4" descr="A blue gear with a book and a light bulb&#10;&#10;AI-generated content may be incorrect.">
            <a:extLst>
              <a:ext uri="{FF2B5EF4-FFF2-40B4-BE49-F238E27FC236}">
                <a16:creationId xmlns:a16="http://schemas.microsoft.com/office/drawing/2014/main" id="{9C3F9F68-A0EF-3F2F-F712-86822CCF0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40" y="642119"/>
            <a:ext cx="841248" cy="84124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AF00B1B2-8C79-1E00-60EE-B4F1D4A62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115" y="625792"/>
            <a:ext cx="699460" cy="823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840D0E-5916-6E65-F008-047E321F230B}"/>
              </a:ext>
            </a:extLst>
          </p:cNvPr>
          <p:cNvSpPr txBox="1"/>
          <p:nvPr/>
        </p:nvSpPr>
        <p:spPr>
          <a:xfrm>
            <a:off x="5076825" y="800100"/>
            <a:ext cx="391477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latin typeface="Times New Roman"/>
                <a:cs typeface="Times New Roman"/>
              </a:rPr>
              <a:t>LEARNING</a:t>
            </a:r>
            <a:r>
              <a:rPr lang="en-US" sz="4400">
                <a:latin typeface="Times New Roman"/>
                <a:cs typeface="Times New Roman"/>
              </a:rPr>
              <a:t>​</a:t>
            </a:r>
            <a:endParaRPr lang="en-US">
              <a:latin typeface="Aptos"/>
              <a:cs typeface="Times New Roman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0529A76E-057F-4CAE-EBAD-5B72208C9E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3" t="-11799" r="5813" b="2422"/>
          <a:stretch>
            <a:fillRect/>
          </a:stretch>
        </p:blipFill>
        <p:spPr>
          <a:xfrm>
            <a:off x="8220075" y="1326247"/>
            <a:ext cx="1057244" cy="11485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A blue rectangular sign with a white play button&#10;&#10;AI-generated content may be incorrect.">
            <a:extLst>
              <a:ext uri="{FF2B5EF4-FFF2-40B4-BE49-F238E27FC236}">
                <a16:creationId xmlns:a16="http://schemas.microsoft.com/office/drawing/2014/main" id="{F43591E0-AE98-894D-203A-0C3CF7C66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5759" y="2595966"/>
            <a:ext cx="3000421" cy="25701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9113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CE26-EED8-879E-ADFC-68207910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        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371AD2D-B881-FBD3-F471-5630C49AC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291765"/>
              </p:ext>
            </p:extLst>
          </p:nvPr>
        </p:nvGraphicFramePr>
        <p:xfrm>
          <a:off x="271866" y="1309338"/>
          <a:ext cx="11410950" cy="5113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5FC08A52-232A-B858-F1E1-D1BC31965A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CCCC705D-C2C7-B68D-C086-FEB2C6AFC0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DE6E5-C84E-6255-0F57-39F2ECCB2319}"/>
              </a:ext>
            </a:extLst>
          </p:cNvPr>
          <p:cNvSpPr txBox="1"/>
          <p:nvPr/>
        </p:nvSpPr>
        <p:spPr>
          <a:xfrm>
            <a:off x="3546231" y="644769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latin typeface="Times New Roman"/>
              </a:rPr>
              <a:t>KEY FEATURES</a:t>
            </a:r>
            <a:endParaRPr lang="en-US" sz="44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34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mobile app&#10;&#10;AI-generated content may be incorrect.">
            <a:extLst>
              <a:ext uri="{FF2B5EF4-FFF2-40B4-BE49-F238E27FC236}">
                <a16:creationId xmlns:a16="http://schemas.microsoft.com/office/drawing/2014/main" id="{2D025FFE-7675-2384-F960-FA45B2476E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0757" b="189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6C7268-663F-FE96-89C7-90FC7E19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     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b="1">
                <a:latin typeface="Times New Roman"/>
                <a:cs typeface="Angsana New"/>
              </a:rPr>
              <a:t>HOW IT WORKS</a:t>
            </a: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57DAE2B3-42EE-1F04-9783-7D25CCD4E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320" y="319536"/>
            <a:ext cx="1147824" cy="895028"/>
          </a:xfrm>
          <a:prstGeom prst="rect">
            <a:avLst/>
          </a:prstGeom>
        </p:spPr>
      </p:pic>
      <p:pic>
        <p:nvPicPr>
          <p:cNvPr id="5" name="Picture 4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5FA5C3BC-24FB-BE82-CFEB-91B48FBB3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02" y="316182"/>
            <a:ext cx="841248" cy="841248"/>
          </a:xfrm>
          <a:prstGeom prst="rect">
            <a:avLst/>
          </a:prstGeom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9124F58-29B2-C7D4-3977-786C7B355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933423"/>
              </p:ext>
            </p:extLst>
          </p:nvPr>
        </p:nvGraphicFramePr>
        <p:xfrm>
          <a:off x="838200" y="169647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169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CF4A-62AC-A29F-9A8E-A4A85CD3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       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6C15B-C883-DF6D-1EE3-FBB15EB63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1938" y="804863"/>
            <a:ext cx="5157787" cy="823912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            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0A765-0526-ECB3-8CFC-CAAC32BE6C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     </a:t>
            </a:r>
          </a:p>
        </p:txBody>
      </p:sp>
      <p:pic>
        <p:nvPicPr>
          <p:cNvPr id="8" name="Picture 7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1AFA2007-0B6B-2B98-8D4D-E97BC0993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77" y="363807"/>
            <a:ext cx="841248" cy="841248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46184C24-CDCD-AE90-D3C7-B1EC1F267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378142"/>
            <a:ext cx="699460" cy="918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E68C2E-C2FB-7782-71AB-E2B80F153538}"/>
              </a:ext>
            </a:extLst>
          </p:cNvPr>
          <p:cNvSpPr txBox="1"/>
          <p:nvPr/>
        </p:nvSpPr>
        <p:spPr>
          <a:xfrm>
            <a:off x="2362200" y="381000"/>
            <a:ext cx="60960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latin typeface="Times New Roman"/>
              </a:rPr>
              <a:t>ADVANTAGES   AND </a:t>
            </a:r>
            <a:r>
              <a:rPr lang="en-US" sz="4400" b="1">
                <a:latin typeface="Times New Roman"/>
                <a:cs typeface="Angsana New"/>
              </a:rPr>
              <a:t>DISADVANTAGES</a:t>
            </a:r>
            <a:endParaRPr lang="en-US" sz="4400">
              <a:latin typeface="Times New Roman"/>
              <a:cs typeface="Angsana New"/>
            </a:endParaRP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6B0AB573-CA9B-A01E-C780-B44253F17B8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42079134"/>
              </p:ext>
            </p:extLst>
          </p:nvPr>
        </p:nvGraphicFramePr>
        <p:xfrm>
          <a:off x="644769" y="1953846"/>
          <a:ext cx="10858562" cy="4136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540">
                  <a:extLst>
                    <a:ext uri="{9D8B030D-6E8A-4147-A177-3AD203B41FA5}">
                      <a16:colId xmlns:a16="http://schemas.microsoft.com/office/drawing/2014/main" val="2071604101"/>
                    </a:ext>
                  </a:extLst>
                </a:gridCol>
                <a:gridCol w="5270022">
                  <a:extLst>
                    <a:ext uri="{9D8B030D-6E8A-4147-A177-3AD203B41FA5}">
                      <a16:colId xmlns:a16="http://schemas.microsoft.com/office/drawing/2014/main" val="1752150082"/>
                    </a:ext>
                  </a:extLst>
                </a:gridCol>
              </a:tblGrid>
              <a:tr h="10096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1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               </a:t>
                      </a:r>
                      <a:endParaRPr lang="en-US" i="1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ADVANTAGES  </a:t>
                      </a:r>
                      <a:endParaRPr lang="en-US" i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        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DISADVANTAGES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614523"/>
                  </a:ext>
                </a:extLst>
              </a:tr>
              <a:tr h="48514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latin typeface="Aptos Display"/>
                        </a:rPr>
                        <a:t>Learn anytime, anywhere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latin typeface="Aptos Display"/>
                        </a:rPr>
                        <a:t>Requires good internet connection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21285"/>
                  </a:ext>
                </a:extLst>
              </a:tr>
              <a:tr h="4851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latin typeface="Aptos Display"/>
                        </a:rPr>
                        <a:t>Offers expert-taught courses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Some advanced courses are paid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7154"/>
                  </a:ext>
                </a:extLst>
              </a:tr>
              <a:tr h="76049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latin typeface="Aptos Display"/>
                        </a:rPr>
                        <a:t>Gives certificates for completed courses 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Limited free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543593"/>
                  </a:ext>
                </a:extLst>
              </a:tr>
              <a:tr h="4851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Improves career and professional skills    </a:t>
                      </a:r>
                      <a:endParaRPr lang="en-US" sz="2400">
                        <a:latin typeface="Aptos Displa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Less interactive compared to live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326207"/>
                  </a:ext>
                </a:extLst>
              </a:tr>
              <a:tr h="76049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User-friendly and supports many devices  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i="0" u="none" strike="noStrike" noProof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Aptos Display"/>
                        </a:rPr>
                        <a:t>Certificates may not replace formal degrees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92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38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E44ED-C40A-40E8-E0D8-501B948F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                         </a:t>
            </a: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TARGETS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40B0D-5654-C25B-8DA2-A9B0606EE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484" y="2459116"/>
            <a:ext cx="3702579" cy="35248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Students looking to gain extra skills</a:t>
            </a:r>
          </a:p>
          <a:p>
            <a:r>
              <a:rPr lang="en-US" sz="2000">
                <a:solidFill>
                  <a:srgbClr val="FFFFFF"/>
                </a:solidFill>
              </a:rPr>
              <a:t> Working professionals aiming for promotion</a:t>
            </a:r>
          </a:p>
          <a:p>
            <a:r>
              <a:rPr lang="en-US" sz="2000">
                <a:solidFill>
                  <a:srgbClr val="FFFFFF"/>
                </a:solidFill>
              </a:rPr>
              <a:t> Job seekers enhancing employability</a:t>
            </a:r>
          </a:p>
          <a:p>
            <a:r>
              <a:rPr lang="en-US" sz="2000">
                <a:solidFill>
                  <a:srgbClr val="FFFFFF"/>
                </a:solidFill>
              </a:rPr>
              <a:t> Educators improving teaching skills</a:t>
            </a:r>
          </a:p>
          <a:p>
            <a:r>
              <a:rPr lang="en-US" sz="2000">
                <a:solidFill>
                  <a:srgbClr val="FFFFFF"/>
                </a:solidFill>
              </a:rPr>
              <a:t> Anyone interested in self-improvement and growth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9788B21-D800-1F95-9BA6-BBAF325F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151" y="1548861"/>
            <a:ext cx="5975273" cy="4251054"/>
          </a:xfrm>
          <a:prstGeom prst="rect">
            <a:avLst/>
          </a:prstGeom>
        </p:spPr>
      </p:pic>
      <p:pic>
        <p:nvPicPr>
          <p:cNvPr id="8" name="Picture 7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D5EEC4CF-310B-D1F8-FEF7-A0F50EC43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77" y="363807"/>
            <a:ext cx="841248" cy="841248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925B400C-7072-F6C0-4484-0AFBB1A4D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378142"/>
            <a:ext cx="699460" cy="9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1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BE62C-F53E-E1A7-4BD2-308B1ADC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                   CONCLUTION</a:t>
            </a: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Picture 11" descr="A computer screen with text overlay&#10;&#10;AI-generated content may be incorrect.">
            <a:extLst>
              <a:ext uri="{FF2B5EF4-FFF2-40B4-BE49-F238E27FC236}">
                <a16:creationId xmlns:a16="http://schemas.microsoft.com/office/drawing/2014/main" id="{2465D83E-6240-74C1-887A-740ED2AF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2125888"/>
            <a:ext cx="5468347" cy="2597464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41E66-B37C-DD64-EA90-762F0525A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97016" y="2394092"/>
            <a:ext cx="4608378" cy="35588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LinkedIn Learning is a powerful educational app</a:t>
            </a:r>
          </a:p>
          <a:p>
            <a:r>
              <a:rPr lang="en-US" sz="2000"/>
              <a:t>It bridges the gap between education and employment</a:t>
            </a:r>
          </a:p>
          <a:p>
            <a:r>
              <a:rPr lang="en-US" sz="2000"/>
              <a:t>Offers affordable and flexible learning</a:t>
            </a:r>
          </a:p>
          <a:p>
            <a:r>
              <a:rPr lang="en-US" sz="2000"/>
              <a:t>Helps users stay updated with new industry trends</a:t>
            </a:r>
          </a:p>
          <a:p>
            <a:r>
              <a:rPr lang="en-US" sz="2000"/>
              <a:t>Trusted by millions of learners worldwide</a:t>
            </a:r>
          </a:p>
          <a:p>
            <a:endParaRPr lang="en-US" sz="2000"/>
          </a:p>
        </p:txBody>
      </p:sp>
      <p:pic>
        <p:nvPicPr>
          <p:cNvPr id="8" name="Picture 7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D7657472-A8EC-FB94-4BF6-C065FCB51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77" y="363807"/>
            <a:ext cx="841248" cy="841248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159691F7-6222-4C45-0DA6-9D5842ABA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378142"/>
            <a:ext cx="699460" cy="9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7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AC84-2DE8-23A8-A91B-C3582079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0152" y="373784"/>
            <a:ext cx="5649191" cy="918587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GOOGLE CLASSROOM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AA39-D966-CB75-20C0-46066A2C0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96254"/>
            <a:ext cx="5157787" cy="823912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173C8-343B-A158-8AF7-3659471F4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9257" y="2438013"/>
            <a:ext cx="4706743" cy="414920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3200" dirty="0">
                <a:ea typeface="+mn-lt"/>
                <a:cs typeface="+mn-lt"/>
              </a:rPr>
              <a:t>Free online learning platform developed by Google for Education. </a:t>
            </a:r>
            <a:endParaRPr lang="en-US" sz="3200" dirty="0"/>
          </a:p>
          <a:p>
            <a:r>
              <a:rPr lang="en-US" sz="3200" dirty="0">
                <a:ea typeface="+mn-lt"/>
                <a:cs typeface="+mn-lt"/>
              </a:rPr>
              <a:t>Designed to help teachers and students manage coursework digitally. </a:t>
            </a:r>
          </a:p>
          <a:p>
            <a:r>
              <a:rPr lang="en-US" sz="3200" dirty="0">
                <a:ea typeface="+mn-lt"/>
                <a:cs typeface="+mn-lt"/>
              </a:rPr>
              <a:t>Available via web browser and mobile app (Android &amp; iOS).</a:t>
            </a:r>
            <a:endParaRPr lang="en-US" sz="3200" dirty="0"/>
          </a:p>
          <a:p>
            <a:endParaRPr lang="en-US" sz="3200"/>
          </a:p>
        </p:txBody>
      </p:sp>
      <p:pic>
        <p:nvPicPr>
          <p:cNvPr id="8" name="Picture 7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37509B6E-7E8F-88C1-D1D9-9F606619F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86" y="363807"/>
            <a:ext cx="841248" cy="841248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E64583D0-8F90-245B-E214-98DB8609A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378142"/>
            <a:ext cx="699460" cy="918782"/>
          </a:xfrm>
          <a:prstGeom prst="rect">
            <a:avLst/>
          </a:prstGeom>
        </p:spPr>
      </p:pic>
      <p:pic>
        <p:nvPicPr>
          <p:cNvPr id="9" name="Picture 8" descr="Google Classroom - Veritas College Springs">
            <a:extLst>
              <a:ext uri="{FF2B5EF4-FFF2-40B4-BE49-F238E27FC236}">
                <a16:creationId xmlns:a16="http://schemas.microsoft.com/office/drawing/2014/main" id="{3C383215-ED23-0FDC-D7C0-F29E979CD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041" y="2025114"/>
            <a:ext cx="5260397" cy="39987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4574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5F40D-6EAA-BC85-EA5A-DAA098D0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248" y="256032"/>
            <a:ext cx="7850341" cy="1036755"/>
          </a:xfrm>
        </p:spPr>
        <p:txBody>
          <a:bodyPr anchor="b">
            <a:normAutofit/>
          </a:bodyPr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KEY FEATURES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4190ADBF-48C7-7A72-01F5-CD623C186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86" y="363807"/>
            <a:ext cx="841248" cy="841248"/>
          </a:xfrm>
          <a:prstGeom prst="rect">
            <a:avLst/>
          </a:prstGeom>
        </p:spPr>
      </p:pic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73913B5A-8234-AB7C-70D0-11509252C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378142"/>
            <a:ext cx="699460" cy="918782"/>
          </a:xfrm>
          <a:prstGeom prst="rect">
            <a:avLst/>
          </a:prstGeom>
        </p:spPr>
      </p:pic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00E9C75-2E5E-073C-D210-3E3036C99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29281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1337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F838E-9EAA-C095-7700-66A5D22DC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ADVANTAGES 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F93668E-728A-D33A-F3B2-947536CD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2" r="2408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50" name="Picture 49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47A6E0F3-80C4-376D-F643-B83F9B971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" y="4578"/>
            <a:ext cx="841248" cy="841248"/>
          </a:xfrm>
          <a:prstGeom prst="rect">
            <a:avLst/>
          </a:prstGeom>
        </p:spPr>
      </p:pic>
      <p:pic>
        <p:nvPicPr>
          <p:cNvPr id="92" name="Picture 91" descr="A logo of a company&#10;&#10;AI-generated content may be incorrect.">
            <a:extLst>
              <a:ext uri="{FF2B5EF4-FFF2-40B4-BE49-F238E27FC236}">
                <a16:creationId xmlns:a16="http://schemas.microsoft.com/office/drawing/2014/main" id="{C33BA2C2-110D-D8E2-891A-5FC878331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04" y="105999"/>
            <a:ext cx="699460" cy="918782"/>
          </a:xfrm>
          <a:prstGeom prst="rect">
            <a:avLst/>
          </a:prstGeom>
        </p:spPr>
      </p:pic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F3CFFC8-5A4E-D13C-1A5A-D855C96CE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224135"/>
              </p:ext>
            </p:extLst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4479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BC124-F9A3-2889-AC2A-8A51FA80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latin typeface="Times New Roman"/>
                <a:cs typeface="Times New Roman"/>
              </a:rPr>
              <a:t>DISADVANTAGES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12D9A715-D05A-EBD0-224A-F283CCE29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378142"/>
            <a:ext cx="699460" cy="918782"/>
          </a:xfrm>
          <a:prstGeom prst="rect">
            <a:avLst/>
          </a:prstGeom>
        </p:spPr>
      </p:pic>
      <p:pic>
        <p:nvPicPr>
          <p:cNvPr id="7" name="Picture 6" descr="A blue gear with a book and a symbol on it&#10;&#10;AI-generated content may be incorrect.">
            <a:extLst>
              <a:ext uri="{FF2B5EF4-FFF2-40B4-BE49-F238E27FC236}">
                <a16:creationId xmlns:a16="http://schemas.microsoft.com/office/drawing/2014/main" id="{B3DCC03D-7376-7F91-3329-29C58962D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86" y="374693"/>
            <a:ext cx="841248" cy="841248"/>
          </a:xfrm>
          <a:prstGeom prst="rect">
            <a:avLst/>
          </a:prstGeom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7270116-D251-74A4-F200-F93D981BE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51395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4523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0FB3B-4910-1B9B-D477-B7B4E88C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PHOTOMATH</a:t>
            </a:r>
            <a:endParaRPr lang="en-US" sz="3600" kern="1200">
              <a:solidFill>
                <a:schemeClr val="tx2"/>
              </a:solidFill>
              <a:latin typeface="Times New Roman"/>
              <a:ea typeface="Calibri"/>
              <a:cs typeface="Times New Roman"/>
            </a:endParaRPr>
          </a:p>
          <a:p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E1715DA-CF73-5E27-92EE-68298ED93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700" b="1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r>
              <a:rPr lang="en-US" sz="2700" dirty="0" err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Photomath</a:t>
            </a:r>
            <a:r>
              <a:rPr lang="en-US" sz="27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is a mobile app that helps users solve math problems</a:t>
            </a:r>
            <a:br>
              <a:rPr lang="en-US" sz="2700" dirty="0">
                <a:latin typeface="Calibri"/>
              </a:rPr>
            </a:br>
            <a:endParaRPr lang="en-US" sz="27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r>
              <a:rPr lang="en-US" sz="27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It provides step-by-step solutions and detailed explanations.</a:t>
            </a:r>
          </a:p>
          <a:p>
            <a:endParaRPr lang="en-US" sz="24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endParaRPr lang="en-US" sz="24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logo for a camera calculator&#10;&#10;AI-generated content may be incorrect.">
            <a:extLst>
              <a:ext uri="{FF2B5EF4-FFF2-40B4-BE49-F238E27FC236}">
                <a16:creationId xmlns:a16="http://schemas.microsoft.com/office/drawing/2014/main" id="{B97DFEB8-ADA0-595C-1C7E-C0BEBEE3D3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08392" y="1798736"/>
            <a:ext cx="4142232" cy="4184072"/>
          </a:xfrm>
          <a:prstGeom prst="rect">
            <a:avLst/>
          </a:prstGeom>
        </p:spPr>
      </p:pic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59976418-C4A4-3083-BFF3-B43728092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C94558-56C8-6471-86E1-C7FECD5D3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3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C24E2-704D-6EB8-4581-2DA3B33A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3106" y="169097"/>
            <a:ext cx="5068108" cy="21629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KEY FEATURES</a:t>
            </a:r>
          </a:p>
          <a:p>
            <a:pPr algn="ctr"/>
            <a:endParaRPr lang="en-US" sz="56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holding a cellphone with a graph on the screen&#10;&#10;AI-generated content may be incorrect.">
            <a:extLst>
              <a:ext uri="{FF2B5EF4-FFF2-40B4-BE49-F238E27FC236}">
                <a16:creationId xmlns:a16="http://schemas.microsoft.com/office/drawing/2014/main" id="{C8A0384B-57F9-D1F1-2B0D-EC1D3BE44F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7622" r="18377" b="-2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60793-FE23-218A-9296-F938757B5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6234" y="1717806"/>
            <a:ext cx="4228802" cy="51667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700" b="1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Camera Scan</a:t>
            </a:r>
            <a:r>
              <a:rPr lang="en-US" sz="27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: Instantly reads handwritten or printed math problems</a:t>
            </a:r>
          </a:p>
          <a:p>
            <a:r>
              <a:rPr lang="en-US" sz="27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700" b="1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Step-by-Step Solutions</a:t>
            </a:r>
            <a:r>
              <a:rPr lang="en-US" sz="27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: Explains each step for better understanding</a:t>
            </a:r>
          </a:p>
          <a:p>
            <a:r>
              <a:rPr lang="en-US" sz="2700" b="1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Handwriting Recognition</a:t>
            </a:r>
            <a:r>
              <a:rPr lang="en-US" sz="27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: Detects handwritten equations accurately</a:t>
            </a:r>
          </a:p>
          <a:p>
            <a:r>
              <a:rPr lang="en-US" sz="2700" b="1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Covers Topics</a:t>
            </a:r>
            <a:r>
              <a:rPr lang="en-US" sz="27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: Arithmetic, Algebra, Geometry, Trigonometry, Calculus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D6E208B6-D8C1-7031-ECC2-21794D19E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B01D5A-EA82-2C3C-AE81-BCCDE0134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545AA-62C1-8130-BEE5-48F05451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ADVANTAGES</a:t>
            </a:r>
          </a:p>
          <a:p>
            <a:endParaRPr lang="en-US" sz="54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2FC0C-2D08-0743-6532-3B91B3230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Improves problem-solving skills and concept clarity</a:t>
            </a:r>
            <a:br>
              <a:rPr lang="en-US">
                <a:latin typeface="Calibri"/>
                <a:ea typeface="Calibri"/>
                <a:cs typeface="Calibri"/>
              </a:rPr>
            </a:br>
            <a:endParaRPr lang="en-US" sz="220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Encourages self-learning and practice</a:t>
            </a:r>
            <a:br>
              <a:rPr lang="en-US">
                <a:latin typeface="Calibri"/>
                <a:ea typeface="Calibri"/>
                <a:cs typeface="Calibri"/>
              </a:rPr>
            </a:br>
            <a:endParaRPr lang="en-US" sz="220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 Builds confidence in mathematics</a:t>
            </a:r>
          </a:p>
          <a:p>
            <a:endParaRPr lang="en-US" sz="2200">
              <a:latin typeface="Calibri"/>
              <a:ea typeface="Calibri"/>
              <a:cs typeface="Calibri"/>
            </a:endParaRPr>
          </a:p>
          <a:p>
            <a:endParaRPr lang="en-US" sz="2200">
              <a:latin typeface="Calibri"/>
              <a:ea typeface="Calibri"/>
              <a:cs typeface="Calibri"/>
            </a:endParaRPr>
          </a:p>
        </p:txBody>
      </p:sp>
      <p:pic>
        <p:nvPicPr>
          <p:cNvPr id="5" name="Content Placeholder 4" descr="A person looking at a tablet&#10;&#10;AI-generated content may be incorrect.">
            <a:extLst>
              <a:ext uri="{FF2B5EF4-FFF2-40B4-BE49-F238E27FC236}">
                <a16:creationId xmlns:a16="http://schemas.microsoft.com/office/drawing/2014/main" id="{938940D3-DFEF-159B-52A7-8732297111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997" r="-1" b="1799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E405B73B-B5BC-C3D5-BCAB-1AE094ED3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32E917-ABCC-D333-949D-59C7F8DA5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2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609C9-47EB-4453-1BED-0E0E191E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229" y="405213"/>
            <a:ext cx="4996212" cy="1011869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chemeClr val="tx2"/>
                </a:solidFill>
                <a:latin typeface="Times New Roman"/>
                <a:ea typeface="+mj-lt"/>
                <a:cs typeface="+mj-lt"/>
              </a:rPr>
            </a:br>
            <a:r>
              <a:rPr lang="en-US" dirty="0">
                <a:solidFill>
                  <a:schemeClr val="tx2"/>
                </a:solidFill>
                <a:latin typeface="Times New Roman"/>
                <a:ea typeface="+mj-lt"/>
                <a:cs typeface="+mj-lt"/>
              </a:rPr>
              <a:t>DISADVANTAGES</a:t>
            </a:r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algn="ctr"/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26658-631E-2A9D-9B5B-FB30D8833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24" y="1182303"/>
            <a:ext cx="6603980" cy="380494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700" dirty="0">
                <a:latin typeface="Calibri"/>
                <a:ea typeface="+mn-lt"/>
                <a:cs typeface="+mn-lt"/>
              </a:rPr>
              <a:t>Overuse can make students depend too much on it</a:t>
            </a:r>
          </a:p>
          <a:p>
            <a:r>
              <a:rPr lang="en-US" sz="2700" dirty="0">
                <a:latin typeface="Calibri"/>
                <a:ea typeface="+mn-lt"/>
                <a:cs typeface="+mn-lt"/>
              </a:rPr>
              <a:t> May not scan unclear or complex handwriting</a:t>
            </a:r>
            <a:endParaRPr lang="en-US" sz="2700" dirty="0">
              <a:latin typeface="Calibri"/>
              <a:ea typeface="Calibri"/>
              <a:cs typeface="Calibri"/>
            </a:endParaRPr>
          </a:p>
          <a:p>
            <a:r>
              <a:rPr lang="en-US" sz="2700" dirty="0">
                <a:latin typeface="Calibri"/>
                <a:ea typeface="+mn-lt"/>
                <a:cs typeface="+mn-lt"/>
              </a:rPr>
              <a:t> Some features require internet or paid access</a:t>
            </a:r>
            <a:endParaRPr lang="en-US" sz="2700" dirty="0">
              <a:latin typeface="Calibri"/>
              <a:ea typeface="Calibri"/>
              <a:cs typeface="Calibri"/>
            </a:endParaRPr>
          </a:p>
          <a:p>
            <a:r>
              <a:rPr lang="en-US" sz="2700" dirty="0">
                <a:latin typeface="Calibri"/>
                <a:ea typeface="+mn-lt"/>
                <a:cs typeface="+mn-lt"/>
              </a:rPr>
              <a:t> Cannot fully replace teacher explanations</a:t>
            </a:r>
            <a:endParaRPr lang="en-US"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alculator">
            <a:extLst>
              <a:ext uri="{FF2B5EF4-FFF2-40B4-BE49-F238E27FC236}">
                <a16:creationId xmlns:a16="http://schemas.microsoft.com/office/drawing/2014/main" id="{52B89DBE-1B19-E6B6-B3C9-B4A89EAA3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7AB48BCB-4369-B880-0DF5-B87F86388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164F70-D909-78A7-C2B0-3962E716D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6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0744D-547E-5EA9-F443-3393874E9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ED488-A476-13CA-4842-49FE15F6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6" y="758328"/>
            <a:ext cx="5165229" cy="84124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FA33-80CA-EFCC-8A30-9C26599E8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1550992"/>
            <a:ext cx="6286961" cy="47437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Ultimately, educational apps are powerful tools, when used strategically, can revolutionize the learning process. 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However, their implementation requires careful consideration of potential drawbacks, such as data privacy.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latin typeface="Calibri"/>
                <a:ea typeface="+mn-lt"/>
                <a:cs typeface="+mn-lt"/>
              </a:rPr>
              <a:t>By embracing emerging technologies like AI and VR, educational apps will continue to evolve, shaping a more dynamic, inclusive, and effective learning environment for future generations.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Block Arc 28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86E41165-EE63-D2DA-ACC9-2AF7283BB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1E4994-3C5A-0C67-CE61-6E220DC18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Thank you Images - Free Download on Freepik">
            <a:extLst>
              <a:ext uri="{FF2B5EF4-FFF2-40B4-BE49-F238E27FC236}">
                <a16:creationId xmlns:a16="http://schemas.microsoft.com/office/drawing/2014/main" id="{0BCB55FC-6984-9169-479B-8FA4E164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32393"/>
            <a:ext cx="7047923" cy="4988979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" name="Picture 1" descr="A logo of a company&#10;&#10;AI-generated content may be incorrect.">
            <a:extLst>
              <a:ext uri="{FF2B5EF4-FFF2-40B4-BE49-F238E27FC236}">
                <a16:creationId xmlns:a16="http://schemas.microsoft.com/office/drawing/2014/main" id="{B7F6F5BB-18C8-96C5-157F-2D74B4F30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0" y="187642"/>
            <a:ext cx="699460" cy="9187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CE39E1-50F4-2954-1C38-89C872B62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4" y="71387"/>
            <a:ext cx="841248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8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1096</Words>
  <Application>Microsoft Office PowerPoint</Application>
  <PresentationFormat>Widescreen</PresentationFormat>
  <Paragraphs>191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EDUCATIONAL APPS</vt:lpstr>
      <vt:lpstr>INTRODUCTION </vt:lpstr>
      <vt:lpstr>OBJECTIVES</vt:lpstr>
      <vt:lpstr>IEEE</vt:lpstr>
      <vt:lpstr>KEY FEATURES</vt:lpstr>
      <vt:lpstr>ADVANTAGES</vt:lpstr>
      <vt:lpstr>DISADVANTAGES</vt:lpstr>
      <vt:lpstr>FUTURE DEVELOPMENT </vt:lpstr>
      <vt:lpstr>DUOLINGO</vt:lpstr>
      <vt:lpstr>KEY FEATURES</vt:lpstr>
      <vt:lpstr>ADVANTAGES</vt:lpstr>
      <vt:lpstr>DISADVANTAGES</vt:lpstr>
      <vt:lpstr>BYJU’S</vt:lpstr>
      <vt:lpstr>KEY FEATURES</vt:lpstr>
      <vt:lpstr>ADVANTAGES</vt:lpstr>
      <vt:lpstr>DISADVANTAGES </vt:lpstr>
      <vt:lpstr>         LINKEDIN  </vt:lpstr>
      <vt:lpstr>                         </vt:lpstr>
      <vt:lpstr>      HOW IT WORKS</vt:lpstr>
      <vt:lpstr>        </vt:lpstr>
      <vt:lpstr>                          TARGETS</vt:lpstr>
      <vt:lpstr>                    CONCLUTION </vt:lpstr>
      <vt:lpstr>GOOGLE CLASSROOM</vt:lpstr>
      <vt:lpstr>KEY FEATURES</vt:lpstr>
      <vt:lpstr>ADVANTAGES </vt:lpstr>
      <vt:lpstr>DISADVANTAGES</vt:lpstr>
      <vt:lpstr>PHOTOMATH </vt:lpstr>
      <vt:lpstr>KEY FEATURES </vt:lpstr>
      <vt:lpstr>ADVANTAGES </vt:lpstr>
      <vt:lpstr> DISADVANTAGES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EDUCATIONAL APPS</dc:title>
  <dc:creator>Sree Sree</dc:creator>
  <cp:lastModifiedBy>Kaviya G</cp:lastModifiedBy>
  <cp:revision>56</cp:revision>
  <dcterms:created xsi:type="dcterms:W3CDTF">2025-10-09T03:12:29Z</dcterms:created>
  <dcterms:modified xsi:type="dcterms:W3CDTF">2025-10-12T14:25:40Z</dcterms:modified>
</cp:coreProperties>
</file>