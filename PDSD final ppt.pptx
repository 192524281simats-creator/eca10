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</p:sldMasterIdLst>
  <p:notesMasterIdLst>
    <p:notesMasterId r:id="rId19"/>
  </p:notesMasterIdLst>
  <p:sldIdLst>
    <p:sldId id="256" r:id="rId2"/>
    <p:sldId id="258" r:id="rId3"/>
    <p:sldId id="276" r:id="rId4"/>
    <p:sldId id="259" r:id="rId5"/>
    <p:sldId id="261" r:id="rId6"/>
    <p:sldId id="266" r:id="rId7"/>
    <p:sldId id="267" r:id="rId8"/>
    <p:sldId id="268" r:id="rId9"/>
    <p:sldId id="262" r:id="rId10"/>
    <p:sldId id="263" r:id="rId11"/>
    <p:sldId id="265" r:id="rId12"/>
    <p:sldId id="274" r:id="rId13"/>
    <p:sldId id="273" r:id="rId14"/>
    <p:sldId id="270" r:id="rId15"/>
    <p:sldId id="271" r:id="rId16"/>
    <p:sldId id="269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5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iya G" userId="79872e38cc9a312a" providerId="LiveId" clId="{1A4255AC-51B7-4501-8873-BD82717FF267}"/>
    <pc:docChg chg="undo custSel modSld">
      <pc:chgData name="Kaviya G" userId="79872e38cc9a312a" providerId="LiveId" clId="{1A4255AC-51B7-4501-8873-BD82717FF267}" dt="2025-12-21T07:47:00.161" v="31" actId="20577"/>
      <pc:docMkLst>
        <pc:docMk/>
      </pc:docMkLst>
      <pc:sldChg chg="modSp mod">
        <pc:chgData name="Kaviya G" userId="79872e38cc9a312a" providerId="LiveId" clId="{1A4255AC-51B7-4501-8873-BD82717FF267}" dt="2025-12-17T09:06:20.067" v="3" actId="1076"/>
        <pc:sldMkLst>
          <pc:docMk/>
          <pc:sldMk cId="3144693714" sldId="263"/>
        </pc:sldMkLst>
        <pc:spChg chg="mod">
          <ac:chgData name="Kaviya G" userId="79872e38cc9a312a" providerId="LiveId" clId="{1A4255AC-51B7-4501-8873-BD82717FF267}" dt="2025-12-17T09:06:20.067" v="3" actId="1076"/>
          <ac:spMkLst>
            <pc:docMk/>
            <pc:sldMk cId="3144693714" sldId="263"/>
            <ac:spMk id="2" creationId="{B1FC225B-AB34-7CE6-F985-74EAA0E80CEC}"/>
          </ac:spMkLst>
        </pc:spChg>
      </pc:sldChg>
      <pc:sldChg chg="modSp mod">
        <pc:chgData name="Kaviya G" userId="79872e38cc9a312a" providerId="LiveId" clId="{1A4255AC-51B7-4501-8873-BD82717FF267}" dt="2025-12-21T07:47:00.161" v="31" actId="20577"/>
        <pc:sldMkLst>
          <pc:docMk/>
          <pc:sldMk cId="2473261170" sldId="267"/>
        </pc:sldMkLst>
        <pc:spChg chg="mod">
          <ac:chgData name="Kaviya G" userId="79872e38cc9a312a" providerId="LiveId" clId="{1A4255AC-51B7-4501-8873-BD82717FF267}" dt="2025-12-21T07:47:00.161" v="31" actId="20577"/>
          <ac:spMkLst>
            <pc:docMk/>
            <pc:sldMk cId="2473261170" sldId="267"/>
            <ac:spMk id="9" creationId="{3CFCC0EF-EEB7-2664-9D21-08D2AF40806D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B92AEA-C789-4E0B-B772-CC9236C73AA3}" type="doc">
      <dgm:prSet loTypeId="urn:microsoft.com/office/officeart/2008/layout/LinedLis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6C5E4AE1-7614-4FAD-A4F7-C6E0E9806CDD}">
      <dgm:prSet/>
      <dgm:spPr/>
      <dgm:t>
        <a:bodyPr/>
        <a:lstStyle/>
        <a:p>
          <a:pPr algn="just"/>
          <a:r>
            <a:rPr lang="en-US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</a:t>
          </a:r>
          <a:r>
            <a:rPr lang="en-US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o Create a Smart Dustbin that automatically senses and identifies incoming waste</a:t>
          </a:r>
        </a:p>
      </dgm:t>
    </dgm:pt>
    <dgm:pt modelId="{7F38F09B-EEAD-495E-A5B8-1C282413AE8F}" type="parTrans" cxnId="{4CDF9126-D32B-448E-A864-0728184D8DCE}">
      <dgm:prSet/>
      <dgm:spPr/>
      <dgm:t>
        <a:bodyPr/>
        <a:lstStyle/>
        <a:p>
          <a:endParaRPr lang="en-US"/>
        </a:p>
      </dgm:t>
    </dgm:pt>
    <dgm:pt modelId="{B741BA25-7C4A-4CA4-95E3-8B19939B06F0}" type="sibTrans" cxnId="{4CDF9126-D32B-448E-A864-0728184D8DCE}">
      <dgm:prSet/>
      <dgm:spPr/>
      <dgm:t>
        <a:bodyPr/>
        <a:lstStyle/>
        <a:p>
          <a:endParaRPr lang="en-US"/>
        </a:p>
      </dgm:t>
    </dgm:pt>
    <dgm:pt modelId="{BB0967B1-4EE5-4378-BE04-BECEA3157624}">
      <dgm:prSet/>
      <dgm:spPr/>
      <dgm:t>
        <a:bodyPr/>
        <a:lstStyle/>
        <a:p>
          <a:pPr algn="just"/>
          <a:r>
            <a:rPr lang="en-US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To differentiate between wet and dry waste using sensor-based detection for improved accuracy</a:t>
          </a:r>
        </a:p>
      </dgm:t>
    </dgm:pt>
    <dgm:pt modelId="{D960606B-7BEF-4F76-B064-E4EB518FB29E}" type="parTrans" cxnId="{24FE2D77-92AA-45D0-BFC6-044433282707}">
      <dgm:prSet/>
      <dgm:spPr/>
      <dgm:t>
        <a:bodyPr/>
        <a:lstStyle/>
        <a:p>
          <a:endParaRPr lang="en-US"/>
        </a:p>
      </dgm:t>
    </dgm:pt>
    <dgm:pt modelId="{CE2C45CB-EB10-491F-8682-68F709C2DE03}" type="sibTrans" cxnId="{24FE2D77-92AA-45D0-BFC6-044433282707}">
      <dgm:prSet/>
      <dgm:spPr/>
      <dgm:t>
        <a:bodyPr/>
        <a:lstStyle/>
        <a:p>
          <a:endParaRPr lang="en-US"/>
        </a:p>
      </dgm:t>
    </dgm:pt>
    <dgm:pt modelId="{BB931266-0863-47FF-8137-5A73E6922797}">
      <dgm:prSet/>
      <dgm:spPr/>
      <dgm:t>
        <a:bodyPr/>
        <a:lstStyle/>
        <a:p>
          <a:pPr algn="just"/>
          <a:r>
            <a:rPr lang="en-US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To automate the segregation Process using microcontroller-controlled mechanisms</a:t>
          </a:r>
        </a:p>
      </dgm:t>
    </dgm:pt>
    <dgm:pt modelId="{69934E94-F0DE-4EEE-9AA9-4223691E6F9E}" type="parTrans" cxnId="{5943544D-C48F-4898-88C7-BE1ECF97C6D0}">
      <dgm:prSet/>
      <dgm:spPr/>
      <dgm:t>
        <a:bodyPr/>
        <a:lstStyle/>
        <a:p>
          <a:endParaRPr lang="en-US"/>
        </a:p>
      </dgm:t>
    </dgm:pt>
    <dgm:pt modelId="{20F5416B-DD7E-4479-8B2D-2B4A18CA995C}" type="sibTrans" cxnId="{5943544D-C48F-4898-88C7-BE1ECF97C6D0}">
      <dgm:prSet/>
      <dgm:spPr/>
      <dgm:t>
        <a:bodyPr/>
        <a:lstStyle/>
        <a:p>
          <a:endParaRPr lang="en-US"/>
        </a:p>
      </dgm:t>
    </dgm:pt>
    <dgm:pt modelId="{7BE90B8F-9A7D-42DA-BABC-2AF79D5A87F0}">
      <dgm:prSet/>
      <dgm:spPr/>
      <dgm:t>
        <a:bodyPr/>
        <a:lstStyle/>
        <a:p>
          <a:pPr algn="just" rtl="0"/>
          <a:r>
            <a:rPr lang="en-US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To reduce human involvement handling, promoting hygiene and safety</a:t>
          </a:r>
        </a:p>
      </dgm:t>
    </dgm:pt>
    <dgm:pt modelId="{3E8BA811-9ED1-4FDD-8DCB-D7DC770242A2}" type="parTrans" cxnId="{93E03897-FA02-46A0-A30A-2310EC36229D}">
      <dgm:prSet/>
      <dgm:spPr/>
      <dgm:t>
        <a:bodyPr/>
        <a:lstStyle/>
        <a:p>
          <a:endParaRPr lang="en-US"/>
        </a:p>
      </dgm:t>
    </dgm:pt>
    <dgm:pt modelId="{FDCCBAF4-ADA7-449E-AC64-382F7579F567}" type="sibTrans" cxnId="{93E03897-FA02-46A0-A30A-2310EC36229D}">
      <dgm:prSet/>
      <dgm:spPr/>
      <dgm:t>
        <a:bodyPr/>
        <a:lstStyle/>
        <a:p>
          <a:endParaRPr lang="en-US"/>
        </a:p>
      </dgm:t>
    </dgm:pt>
    <dgm:pt modelId="{31644097-5ED1-4398-9A12-02842A4CEEC9}">
      <dgm:prSet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To support recycling and sustainability by ensuring  proper waste categorization at the source.</a:t>
          </a:r>
        </a:p>
      </dgm:t>
    </dgm:pt>
    <dgm:pt modelId="{88DD8625-E993-4064-A27C-4C43CA26F63C}" type="parTrans" cxnId="{D631A42B-3F06-47C4-B946-91750F42F2B5}">
      <dgm:prSet/>
      <dgm:spPr/>
      <dgm:t>
        <a:bodyPr/>
        <a:lstStyle/>
        <a:p>
          <a:endParaRPr lang="en-US"/>
        </a:p>
      </dgm:t>
    </dgm:pt>
    <dgm:pt modelId="{9466D9E4-A556-4070-97D2-28165AF2187A}" type="sibTrans" cxnId="{D631A42B-3F06-47C4-B946-91750F42F2B5}">
      <dgm:prSet/>
      <dgm:spPr/>
      <dgm:t>
        <a:bodyPr/>
        <a:lstStyle/>
        <a:p>
          <a:endParaRPr lang="en-US"/>
        </a:p>
      </dgm:t>
    </dgm:pt>
    <dgm:pt modelId="{20758B61-73AF-4CBA-A289-F8D894AADD56}" type="pres">
      <dgm:prSet presAssocID="{11B92AEA-C789-4E0B-B772-CC9236C73AA3}" presName="vert0" presStyleCnt="0">
        <dgm:presLayoutVars>
          <dgm:dir/>
          <dgm:animOne val="branch"/>
          <dgm:animLvl val="lvl"/>
        </dgm:presLayoutVars>
      </dgm:prSet>
      <dgm:spPr/>
    </dgm:pt>
    <dgm:pt modelId="{31B3CE31-9E9F-461F-839A-547B5371E3B7}" type="pres">
      <dgm:prSet presAssocID="{6C5E4AE1-7614-4FAD-A4F7-C6E0E9806CDD}" presName="thickLine" presStyleLbl="alignNode1" presStyleIdx="0" presStyleCnt="5"/>
      <dgm:spPr/>
    </dgm:pt>
    <dgm:pt modelId="{DBFC7E81-E7F5-4AAE-952B-57FD909F8187}" type="pres">
      <dgm:prSet presAssocID="{6C5E4AE1-7614-4FAD-A4F7-C6E0E9806CDD}" presName="horz1" presStyleCnt="0"/>
      <dgm:spPr/>
    </dgm:pt>
    <dgm:pt modelId="{6FE005FA-84DE-4207-8E73-3CB288089F83}" type="pres">
      <dgm:prSet presAssocID="{6C5E4AE1-7614-4FAD-A4F7-C6E0E9806CDD}" presName="tx1" presStyleLbl="revTx" presStyleIdx="0" presStyleCnt="5"/>
      <dgm:spPr/>
    </dgm:pt>
    <dgm:pt modelId="{85203938-48AB-4EFD-AC00-3477E1403A82}" type="pres">
      <dgm:prSet presAssocID="{6C5E4AE1-7614-4FAD-A4F7-C6E0E9806CDD}" presName="vert1" presStyleCnt="0"/>
      <dgm:spPr/>
    </dgm:pt>
    <dgm:pt modelId="{BBF38541-652D-4513-8C70-5A771D40BFA1}" type="pres">
      <dgm:prSet presAssocID="{BB0967B1-4EE5-4378-BE04-BECEA3157624}" presName="thickLine" presStyleLbl="alignNode1" presStyleIdx="1" presStyleCnt="5"/>
      <dgm:spPr/>
    </dgm:pt>
    <dgm:pt modelId="{44A9D6E4-076B-439D-A1FA-958CE39F8D3C}" type="pres">
      <dgm:prSet presAssocID="{BB0967B1-4EE5-4378-BE04-BECEA3157624}" presName="horz1" presStyleCnt="0"/>
      <dgm:spPr/>
    </dgm:pt>
    <dgm:pt modelId="{23F96B1B-75C0-4F06-A51A-E0DE320AA216}" type="pres">
      <dgm:prSet presAssocID="{BB0967B1-4EE5-4378-BE04-BECEA3157624}" presName="tx1" presStyleLbl="revTx" presStyleIdx="1" presStyleCnt="5"/>
      <dgm:spPr/>
    </dgm:pt>
    <dgm:pt modelId="{92DF8980-1743-4356-A4D0-B972D33382EF}" type="pres">
      <dgm:prSet presAssocID="{BB0967B1-4EE5-4378-BE04-BECEA3157624}" presName="vert1" presStyleCnt="0"/>
      <dgm:spPr/>
    </dgm:pt>
    <dgm:pt modelId="{4E9ECD52-0873-46F6-B800-B8DBEBB4F154}" type="pres">
      <dgm:prSet presAssocID="{BB931266-0863-47FF-8137-5A73E6922797}" presName="thickLine" presStyleLbl="alignNode1" presStyleIdx="2" presStyleCnt="5"/>
      <dgm:spPr/>
    </dgm:pt>
    <dgm:pt modelId="{D370428E-BD72-432B-A861-184D0A7BB090}" type="pres">
      <dgm:prSet presAssocID="{BB931266-0863-47FF-8137-5A73E6922797}" presName="horz1" presStyleCnt="0"/>
      <dgm:spPr/>
    </dgm:pt>
    <dgm:pt modelId="{AA1F787A-3902-4C4A-8216-C994206E203E}" type="pres">
      <dgm:prSet presAssocID="{BB931266-0863-47FF-8137-5A73E6922797}" presName="tx1" presStyleLbl="revTx" presStyleIdx="2" presStyleCnt="5"/>
      <dgm:spPr/>
    </dgm:pt>
    <dgm:pt modelId="{10B7167C-AE69-4538-98FF-905EF63EADB0}" type="pres">
      <dgm:prSet presAssocID="{BB931266-0863-47FF-8137-5A73E6922797}" presName="vert1" presStyleCnt="0"/>
      <dgm:spPr/>
    </dgm:pt>
    <dgm:pt modelId="{9950C1E9-8535-4C4C-B7A3-EC2C32A2871E}" type="pres">
      <dgm:prSet presAssocID="{7BE90B8F-9A7D-42DA-BABC-2AF79D5A87F0}" presName="thickLine" presStyleLbl="alignNode1" presStyleIdx="3" presStyleCnt="5"/>
      <dgm:spPr/>
    </dgm:pt>
    <dgm:pt modelId="{96982ADC-7BE3-4C7D-A975-91F253F54974}" type="pres">
      <dgm:prSet presAssocID="{7BE90B8F-9A7D-42DA-BABC-2AF79D5A87F0}" presName="horz1" presStyleCnt="0"/>
      <dgm:spPr/>
    </dgm:pt>
    <dgm:pt modelId="{4CC7DBB1-D83B-4D0A-9C94-C8AD6BC5DCAF}" type="pres">
      <dgm:prSet presAssocID="{7BE90B8F-9A7D-42DA-BABC-2AF79D5A87F0}" presName="tx1" presStyleLbl="revTx" presStyleIdx="3" presStyleCnt="5"/>
      <dgm:spPr/>
    </dgm:pt>
    <dgm:pt modelId="{4DB170E2-2B83-4D30-9C31-9ACF1A814955}" type="pres">
      <dgm:prSet presAssocID="{7BE90B8F-9A7D-42DA-BABC-2AF79D5A87F0}" presName="vert1" presStyleCnt="0"/>
      <dgm:spPr/>
    </dgm:pt>
    <dgm:pt modelId="{32AB00BE-F4AA-4BDD-92F1-A822EE0893A3}" type="pres">
      <dgm:prSet presAssocID="{31644097-5ED1-4398-9A12-02842A4CEEC9}" presName="thickLine" presStyleLbl="alignNode1" presStyleIdx="4" presStyleCnt="5"/>
      <dgm:spPr/>
    </dgm:pt>
    <dgm:pt modelId="{12B2ECB4-B9C4-4476-95CE-ED825A744005}" type="pres">
      <dgm:prSet presAssocID="{31644097-5ED1-4398-9A12-02842A4CEEC9}" presName="horz1" presStyleCnt="0"/>
      <dgm:spPr/>
    </dgm:pt>
    <dgm:pt modelId="{1469BC8A-F569-4880-A70C-AA21F275439C}" type="pres">
      <dgm:prSet presAssocID="{31644097-5ED1-4398-9A12-02842A4CEEC9}" presName="tx1" presStyleLbl="revTx" presStyleIdx="4" presStyleCnt="5"/>
      <dgm:spPr/>
    </dgm:pt>
    <dgm:pt modelId="{F7D9F6BA-0E94-4638-85E5-601AB4E2C02C}" type="pres">
      <dgm:prSet presAssocID="{31644097-5ED1-4398-9A12-02842A4CEEC9}" presName="vert1" presStyleCnt="0"/>
      <dgm:spPr/>
    </dgm:pt>
  </dgm:ptLst>
  <dgm:cxnLst>
    <dgm:cxn modelId="{B0A9A30D-F353-402D-85E4-610A26AB9A78}" type="presOf" srcId="{31644097-5ED1-4398-9A12-02842A4CEEC9}" destId="{1469BC8A-F569-4880-A70C-AA21F275439C}" srcOrd="0" destOrd="0" presId="urn:microsoft.com/office/officeart/2008/layout/LinedList"/>
    <dgm:cxn modelId="{4CDF9126-D32B-448E-A864-0728184D8DCE}" srcId="{11B92AEA-C789-4E0B-B772-CC9236C73AA3}" destId="{6C5E4AE1-7614-4FAD-A4F7-C6E0E9806CDD}" srcOrd="0" destOrd="0" parTransId="{7F38F09B-EEAD-495E-A5B8-1C282413AE8F}" sibTransId="{B741BA25-7C4A-4CA4-95E3-8B19939B06F0}"/>
    <dgm:cxn modelId="{D631A42B-3F06-47C4-B946-91750F42F2B5}" srcId="{11B92AEA-C789-4E0B-B772-CC9236C73AA3}" destId="{31644097-5ED1-4398-9A12-02842A4CEEC9}" srcOrd="4" destOrd="0" parTransId="{88DD8625-E993-4064-A27C-4C43CA26F63C}" sibTransId="{9466D9E4-A556-4070-97D2-28165AF2187A}"/>
    <dgm:cxn modelId="{8B335B5F-C59A-4BA9-8981-813CC603AB56}" type="presOf" srcId="{BB931266-0863-47FF-8137-5A73E6922797}" destId="{AA1F787A-3902-4C4A-8216-C994206E203E}" srcOrd="0" destOrd="0" presId="urn:microsoft.com/office/officeart/2008/layout/LinedList"/>
    <dgm:cxn modelId="{90CCF441-7A59-42B1-9D7D-C8FC363912B5}" type="presOf" srcId="{11B92AEA-C789-4E0B-B772-CC9236C73AA3}" destId="{20758B61-73AF-4CBA-A289-F8D894AADD56}" srcOrd="0" destOrd="0" presId="urn:microsoft.com/office/officeart/2008/layout/LinedList"/>
    <dgm:cxn modelId="{5943544D-C48F-4898-88C7-BE1ECF97C6D0}" srcId="{11B92AEA-C789-4E0B-B772-CC9236C73AA3}" destId="{BB931266-0863-47FF-8137-5A73E6922797}" srcOrd="2" destOrd="0" parTransId="{69934E94-F0DE-4EEE-9AA9-4223691E6F9E}" sibTransId="{20F5416B-DD7E-4479-8B2D-2B4A18CA995C}"/>
    <dgm:cxn modelId="{24FE2D77-92AA-45D0-BFC6-044433282707}" srcId="{11B92AEA-C789-4E0B-B772-CC9236C73AA3}" destId="{BB0967B1-4EE5-4378-BE04-BECEA3157624}" srcOrd="1" destOrd="0" parTransId="{D960606B-7BEF-4F76-B064-E4EB518FB29E}" sibTransId="{CE2C45CB-EB10-491F-8682-68F709C2DE03}"/>
    <dgm:cxn modelId="{93E03897-FA02-46A0-A30A-2310EC36229D}" srcId="{11B92AEA-C789-4E0B-B772-CC9236C73AA3}" destId="{7BE90B8F-9A7D-42DA-BABC-2AF79D5A87F0}" srcOrd="3" destOrd="0" parTransId="{3E8BA811-9ED1-4FDD-8DCB-D7DC770242A2}" sibTransId="{FDCCBAF4-ADA7-449E-AC64-382F7579F567}"/>
    <dgm:cxn modelId="{ED0C35C5-6291-4C52-B0E2-0ABA2B6E7675}" type="presOf" srcId="{7BE90B8F-9A7D-42DA-BABC-2AF79D5A87F0}" destId="{4CC7DBB1-D83B-4D0A-9C94-C8AD6BC5DCAF}" srcOrd="0" destOrd="0" presId="urn:microsoft.com/office/officeart/2008/layout/LinedList"/>
    <dgm:cxn modelId="{12A65EF0-2A42-4ECA-A2CA-26BF8597DDDA}" type="presOf" srcId="{BB0967B1-4EE5-4378-BE04-BECEA3157624}" destId="{23F96B1B-75C0-4F06-A51A-E0DE320AA216}" srcOrd="0" destOrd="0" presId="urn:microsoft.com/office/officeart/2008/layout/LinedList"/>
    <dgm:cxn modelId="{535B5AF3-C467-4F74-9CCE-9A4ECEAFA271}" type="presOf" srcId="{6C5E4AE1-7614-4FAD-A4F7-C6E0E9806CDD}" destId="{6FE005FA-84DE-4207-8E73-3CB288089F83}" srcOrd="0" destOrd="0" presId="urn:microsoft.com/office/officeart/2008/layout/LinedList"/>
    <dgm:cxn modelId="{6E29D535-F8B0-490D-B8DE-E7B7AD20FC72}" type="presParOf" srcId="{20758B61-73AF-4CBA-A289-F8D894AADD56}" destId="{31B3CE31-9E9F-461F-839A-547B5371E3B7}" srcOrd="0" destOrd="0" presId="urn:microsoft.com/office/officeart/2008/layout/LinedList"/>
    <dgm:cxn modelId="{BB725B8B-2D51-4BCA-8B55-6806E03061BC}" type="presParOf" srcId="{20758B61-73AF-4CBA-A289-F8D894AADD56}" destId="{DBFC7E81-E7F5-4AAE-952B-57FD909F8187}" srcOrd="1" destOrd="0" presId="urn:microsoft.com/office/officeart/2008/layout/LinedList"/>
    <dgm:cxn modelId="{2C5459B0-3405-4DBB-80A4-8DE36A86EFF8}" type="presParOf" srcId="{DBFC7E81-E7F5-4AAE-952B-57FD909F8187}" destId="{6FE005FA-84DE-4207-8E73-3CB288089F83}" srcOrd="0" destOrd="0" presId="urn:microsoft.com/office/officeart/2008/layout/LinedList"/>
    <dgm:cxn modelId="{D09C7949-89BE-400E-B9BC-5C710DE94352}" type="presParOf" srcId="{DBFC7E81-E7F5-4AAE-952B-57FD909F8187}" destId="{85203938-48AB-4EFD-AC00-3477E1403A82}" srcOrd="1" destOrd="0" presId="urn:microsoft.com/office/officeart/2008/layout/LinedList"/>
    <dgm:cxn modelId="{5E7E90FB-C60C-4998-AB0E-B653DAD67791}" type="presParOf" srcId="{20758B61-73AF-4CBA-A289-F8D894AADD56}" destId="{BBF38541-652D-4513-8C70-5A771D40BFA1}" srcOrd="2" destOrd="0" presId="urn:microsoft.com/office/officeart/2008/layout/LinedList"/>
    <dgm:cxn modelId="{7EF0E9D8-787D-4479-8B00-05626DB03B06}" type="presParOf" srcId="{20758B61-73AF-4CBA-A289-F8D894AADD56}" destId="{44A9D6E4-076B-439D-A1FA-958CE39F8D3C}" srcOrd="3" destOrd="0" presId="urn:microsoft.com/office/officeart/2008/layout/LinedList"/>
    <dgm:cxn modelId="{2F3F25F0-C450-4C90-AF43-29A458C57629}" type="presParOf" srcId="{44A9D6E4-076B-439D-A1FA-958CE39F8D3C}" destId="{23F96B1B-75C0-4F06-A51A-E0DE320AA216}" srcOrd="0" destOrd="0" presId="urn:microsoft.com/office/officeart/2008/layout/LinedList"/>
    <dgm:cxn modelId="{D63C6434-2B21-40D4-888C-FE960F93E663}" type="presParOf" srcId="{44A9D6E4-076B-439D-A1FA-958CE39F8D3C}" destId="{92DF8980-1743-4356-A4D0-B972D33382EF}" srcOrd="1" destOrd="0" presId="urn:microsoft.com/office/officeart/2008/layout/LinedList"/>
    <dgm:cxn modelId="{BC726D27-9691-4AC9-92D4-D754D2CD88F0}" type="presParOf" srcId="{20758B61-73AF-4CBA-A289-F8D894AADD56}" destId="{4E9ECD52-0873-46F6-B800-B8DBEBB4F154}" srcOrd="4" destOrd="0" presId="urn:microsoft.com/office/officeart/2008/layout/LinedList"/>
    <dgm:cxn modelId="{42F6C88D-D258-407D-AD07-835F10C2E20A}" type="presParOf" srcId="{20758B61-73AF-4CBA-A289-F8D894AADD56}" destId="{D370428E-BD72-432B-A861-184D0A7BB090}" srcOrd="5" destOrd="0" presId="urn:microsoft.com/office/officeart/2008/layout/LinedList"/>
    <dgm:cxn modelId="{CE6C4D17-B4CF-4435-AE2B-C55D09D871DD}" type="presParOf" srcId="{D370428E-BD72-432B-A861-184D0A7BB090}" destId="{AA1F787A-3902-4C4A-8216-C994206E203E}" srcOrd="0" destOrd="0" presId="urn:microsoft.com/office/officeart/2008/layout/LinedList"/>
    <dgm:cxn modelId="{E8123A38-5814-4600-933C-50010B05DC8E}" type="presParOf" srcId="{D370428E-BD72-432B-A861-184D0A7BB090}" destId="{10B7167C-AE69-4538-98FF-905EF63EADB0}" srcOrd="1" destOrd="0" presId="urn:microsoft.com/office/officeart/2008/layout/LinedList"/>
    <dgm:cxn modelId="{293F4911-7DBC-4BB7-8973-87FF5E503361}" type="presParOf" srcId="{20758B61-73AF-4CBA-A289-F8D894AADD56}" destId="{9950C1E9-8535-4C4C-B7A3-EC2C32A2871E}" srcOrd="6" destOrd="0" presId="urn:microsoft.com/office/officeart/2008/layout/LinedList"/>
    <dgm:cxn modelId="{D9BA4692-AF2A-4483-89D5-EB9A97E7809C}" type="presParOf" srcId="{20758B61-73AF-4CBA-A289-F8D894AADD56}" destId="{96982ADC-7BE3-4C7D-A975-91F253F54974}" srcOrd="7" destOrd="0" presId="urn:microsoft.com/office/officeart/2008/layout/LinedList"/>
    <dgm:cxn modelId="{48C38219-0000-48FD-9CA4-A23EC6A6D308}" type="presParOf" srcId="{96982ADC-7BE3-4C7D-A975-91F253F54974}" destId="{4CC7DBB1-D83B-4D0A-9C94-C8AD6BC5DCAF}" srcOrd="0" destOrd="0" presId="urn:microsoft.com/office/officeart/2008/layout/LinedList"/>
    <dgm:cxn modelId="{50522D3A-2039-4818-9C11-EE48B20E9E41}" type="presParOf" srcId="{96982ADC-7BE3-4C7D-A975-91F253F54974}" destId="{4DB170E2-2B83-4D30-9C31-9ACF1A814955}" srcOrd="1" destOrd="0" presId="urn:microsoft.com/office/officeart/2008/layout/LinedList"/>
    <dgm:cxn modelId="{AD55C98D-527C-46E4-A3E2-4F4C0C3745D0}" type="presParOf" srcId="{20758B61-73AF-4CBA-A289-F8D894AADD56}" destId="{32AB00BE-F4AA-4BDD-92F1-A822EE0893A3}" srcOrd="8" destOrd="0" presId="urn:microsoft.com/office/officeart/2008/layout/LinedList"/>
    <dgm:cxn modelId="{43B8FE49-B887-4631-981F-8069064781A7}" type="presParOf" srcId="{20758B61-73AF-4CBA-A289-F8D894AADD56}" destId="{12B2ECB4-B9C4-4476-95CE-ED825A744005}" srcOrd="9" destOrd="0" presId="urn:microsoft.com/office/officeart/2008/layout/LinedList"/>
    <dgm:cxn modelId="{C50F9D18-D63E-49C5-9199-B6A4CFF906AC}" type="presParOf" srcId="{12B2ECB4-B9C4-4476-95CE-ED825A744005}" destId="{1469BC8A-F569-4880-A70C-AA21F275439C}" srcOrd="0" destOrd="0" presId="urn:microsoft.com/office/officeart/2008/layout/LinedList"/>
    <dgm:cxn modelId="{863AAB66-381C-4F26-A42E-059484EC6217}" type="presParOf" srcId="{12B2ECB4-B9C4-4476-95CE-ED825A744005}" destId="{F7D9F6BA-0E94-4638-85E5-601AB4E2C02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FC53A3-D1CA-4B86-8304-0E3CC889B39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767E94-35D0-4BA1-ABBD-F02064DF4BEE}">
      <dgm:prSet phldr="0"/>
      <dgm:spPr/>
      <dgm:t>
        <a:bodyPr/>
        <a:lstStyle/>
        <a:p>
          <a:pPr rtl="0"/>
          <a:r>
            <a:rPr lang="en-US" dirty="0">
              <a:latin typeface="Corbel" panose="020B0503020204020204"/>
            </a:rPr>
            <a:t>ESP –32</a:t>
          </a:r>
        </a:p>
      </dgm:t>
    </dgm:pt>
    <dgm:pt modelId="{B600BAF0-E7D9-40F7-A527-2F9196BF7950}" type="parTrans" cxnId="{0C5A59CB-CE91-4C90-BF01-50F708DDBC42}">
      <dgm:prSet/>
      <dgm:spPr/>
      <dgm:t>
        <a:bodyPr/>
        <a:lstStyle/>
        <a:p>
          <a:endParaRPr lang="en-US"/>
        </a:p>
      </dgm:t>
    </dgm:pt>
    <dgm:pt modelId="{02A29070-AD31-4AFB-89F6-0962B9DC1BCC}" type="sibTrans" cxnId="{0C5A59CB-CE91-4C90-BF01-50F708DDBC42}">
      <dgm:prSet/>
      <dgm:spPr/>
      <dgm:t>
        <a:bodyPr/>
        <a:lstStyle/>
        <a:p>
          <a:endParaRPr lang="en-US"/>
        </a:p>
      </dgm:t>
    </dgm:pt>
    <dgm:pt modelId="{FA20F576-04F5-42CF-BC7B-F41024415E28}">
      <dgm:prSet/>
      <dgm:spPr/>
      <dgm:t>
        <a:bodyPr/>
        <a:lstStyle/>
        <a:p>
          <a:r>
            <a:rPr lang="en-US" b="0" i="0" baseline="0"/>
            <a:t>Soil Moisture Sensor</a:t>
          </a:r>
          <a:endParaRPr lang="en-US"/>
        </a:p>
      </dgm:t>
    </dgm:pt>
    <dgm:pt modelId="{34F3D15F-0950-49C9-A6C4-36065DC0AC59}" type="parTrans" cxnId="{6E897BA5-44C4-4558-987E-CD6090C6BB37}">
      <dgm:prSet/>
      <dgm:spPr/>
      <dgm:t>
        <a:bodyPr/>
        <a:lstStyle/>
        <a:p>
          <a:endParaRPr lang="en-US"/>
        </a:p>
      </dgm:t>
    </dgm:pt>
    <dgm:pt modelId="{2C0784A8-9DD3-43B9-93B1-E53FE32FE828}" type="sibTrans" cxnId="{6E897BA5-44C4-4558-987E-CD6090C6BB37}">
      <dgm:prSet/>
      <dgm:spPr/>
      <dgm:t>
        <a:bodyPr/>
        <a:lstStyle/>
        <a:p>
          <a:endParaRPr lang="en-US"/>
        </a:p>
      </dgm:t>
    </dgm:pt>
    <dgm:pt modelId="{BFB023D9-F6F4-4C77-90FD-A7610CD8EA26}">
      <dgm:prSet/>
      <dgm:spPr/>
      <dgm:t>
        <a:bodyPr/>
        <a:lstStyle/>
        <a:p>
          <a:r>
            <a:rPr lang="en-US" b="0" i="0" baseline="0"/>
            <a:t>Ultrasonic Sensor </a:t>
          </a:r>
          <a:endParaRPr lang="en-US"/>
        </a:p>
      </dgm:t>
    </dgm:pt>
    <dgm:pt modelId="{EF928E58-CC06-4A81-9E63-3B8332D34837}" type="parTrans" cxnId="{DBDAC5F5-644E-4832-97A1-06E08A4EF873}">
      <dgm:prSet/>
      <dgm:spPr/>
      <dgm:t>
        <a:bodyPr/>
        <a:lstStyle/>
        <a:p>
          <a:endParaRPr lang="en-US"/>
        </a:p>
      </dgm:t>
    </dgm:pt>
    <dgm:pt modelId="{ED321DFC-D95A-4E41-8DCD-5C197D6515E4}" type="sibTrans" cxnId="{DBDAC5F5-644E-4832-97A1-06E08A4EF873}">
      <dgm:prSet/>
      <dgm:spPr/>
      <dgm:t>
        <a:bodyPr/>
        <a:lstStyle/>
        <a:p>
          <a:endParaRPr lang="en-US"/>
        </a:p>
      </dgm:t>
    </dgm:pt>
    <dgm:pt modelId="{10B74555-6997-4957-A269-848489B17C2E}">
      <dgm:prSet/>
      <dgm:spPr/>
      <dgm:t>
        <a:bodyPr/>
        <a:lstStyle/>
        <a:p>
          <a:r>
            <a:rPr lang="en-US"/>
            <a:t>Servo</a:t>
          </a:r>
          <a:r>
            <a:rPr lang="en-US" b="0" i="0" baseline="0"/>
            <a:t> Motor </a:t>
          </a:r>
          <a:endParaRPr lang="en-US"/>
        </a:p>
      </dgm:t>
    </dgm:pt>
    <dgm:pt modelId="{B152CCC3-A6A0-4C52-BD79-D067FAFB73CE}" type="parTrans" cxnId="{A597C069-CDB5-4ECF-8381-D7657B01EC5C}">
      <dgm:prSet/>
      <dgm:spPr/>
      <dgm:t>
        <a:bodyPr/>
        <a:lstStyle/>
        <a:p>
          <a:endParaRPr lang="en-US"/>
        </a:p>
      </dgm:t>
    </dgm:pt>
    <dgm:pt modelId="{A213E903-2316-4739-9820-8ABC35FDAADC}" type="sibTrans" cxnId="{A597C069-CDB5-4ECF-8381-D7657B01EC5C}">
      <dgm:prSet/>
      <dgm:spPr/>
      <dgm:t>
        <a:bodyPr/>
        <a:lstStyle/>
        <a:p>
          <a:endParaRPr lang="en-US"/>
        </a:p>
      </dgm:t>
    </dgm:pt>
    <dgm:pt modelId="{696FC784-4AC9-41D3-AFB4-49AD39838374}">
      <dgm:prSet/>
      <dgm:spPr/>
      <dgm:t>
        <a:bodyPr/>
        <a:lstStyle/>
        <a:p>
          <a:r>
            <a:rPr lang="en-US" b="0" i="0" baseline="0"/>
            <a:t>Jumper Wires</a:t>
          </a:r>
          <a:endParaRPr lang="en-US"/>
        </a:p>
      </dgm:t>
    </dgm:pt>
    <dgm:pt modelId="{6A2F750B-138B-4703-B9BE-1CEC51D70922}" type="parTrans" cxnId="{2CD672D7-7F2D-4D18-832F-B88033399248}">
      <dgm:prSet/>
      <dgm:spPr/>
      <dgm:t>
        <a:bodyPr/>
        <a:lstStyle/>
        <a:p>
          <a:endParaRPr lang="en-US"/>
        </a:p>
      </dgm:t>
    </dgm:pt>
    <dgm:pt modelId="{CAB942B6-59BE-4649-8098-C17012B227F7}" type="sibTrans" cxnId="{2CD672D7-7F2D-4D18-832F-B88033399248}">
      <dgm:prSet/>
      <dgm:spPr/>
      <dgm:t>
        <a:bodyPr/>
        <a:lstStyle/>
        <a:p>
          <a:endParaRPr lang="en-US"/>
        </a:p>
      </dgm:t>
    </dgm:pt>
    <dgm:pt modelId="{9C6187A7-B747-4D49-96AF-E63959C78641}">
      <dgm:prSet/>
      <dgm:spPr/>
      <dgm:t>
        <a:bodyPr/>
        <a:lstStyle/>
        <a:p>
          <a:r>
            <a:rPr lang="en-US"/>
            <a:t>Breadboard</a:t>
          </a:r>
        </a:p>
      </dgm:t>
    </dgm:pt>
    <dgm:pt modelId="{927331F3-430F-497F-A8E3-5AF736C65343}" type="parTrans" cxnId="{8BC1F2F6-287C-4D88-B86C-066EFB546A13}">
      <dgm:prSet/>
      <dgm:spPr/>
      <dgm:t>
        <a:bodyPr/>
        <a:lstStyle/>
        <a:p>
          <a:endParaRPr lang="en-US"/>
        </a:p>
      </dgm:t>
    </dgm:pt>
    <dgm:pt modelId="{89BA2006-4370-4D47-B1F5-D575ED262B6B}" type="sibTrans" cxnId="{8BC1F2F6-287C-4D88-B86C-066EFB546A13}">
      <dgm:prSet/>
      <dgm:spPr/>
      <dgm:t>
        <a:bodyPr/>
        <a:lstStyle/>
        <a:p>
          <a:endParaRPr lang="en-US"/>
        </a:p>
      </dgm:t>
    </dgm:pt>
    <dgm:pt modelId="{06B2BD0B-749F-44D7-BE95-9B24B5F41815}">
      <dgm:prSet/>
      <dgm:spPr/>
      <dgm:t>
        <a:bodyPr/>
        <a:lstStyle/>
        <a:p>
          <a:r>
            <a:rPr lang="en-US" b="0" i="0" baseline="0"/>
            <a:t>USB Cable</a:t>
          </a:r>
          <a:endParaRPr lang="en-US"/>
        </a:p>
      </dgm:t>
    </dgm:pt>
    <dgm:pt modelId="{166FBFCA-1CEB-4D2B-BA87-24F298001012}" type="parTrans" cxnId="{2E3263D7-E3FC-4732-A520-E37014918E7B}">
      <dgm:prSet/>
      <dgm:spPr/>
      <dgm:t>
        <a:bodyPr/>
        <a:lstStyle/>
        <a:p>
          <a:endParaRPr lang="en-US"/>
        </a:p>
      </dgm:t>
    </dgm:pt>
    <dgm:pt modelId="{0B14FDDE-DCC4-43D4-BD29-EF0A77778880}" type="sibTrans" cxnId="{2E3263D7-E3FC-4732-A520-E37014918E7B}">
      <dgm:prSet/>
      <dgm:spPr/>
      <dgm:t>
        <a:bodyPr/>
        <a:lstStyle/>
        <a:p>
          <a:endParaRPr lang="en-US"/>
        </a:p>
      </dgm:t>
    </dgm:pt>
    <dgm:pt modelId="{5527E557-B420-44D2-A8B2-27DF0B275642}" type="pres">
      <dgm:prSet presAssocID="{3CFC53A3-D1CA-4B86-8304-0E3CC889B390}" presName="vert0" presStyleCnt="0">
        <dgm:presLayoutVars>
          <dgm:dir/>
          <dgm:animOne val="branch"/>
          <dgm:animLvl val="lvl"/>
        </dgm:presLayoutVars>
      </dgm:prSet>
      <dgm:spPr/>
    </dgm:pt>
    <dgm:pt modelId="{77E36236-D312-470C-AA9E-2A7EA04DF3D6}" type="pres">
      <dgm:prSet presAssocID="{08767E94-35D0-4BA1-ABBD-F02064DF4BEE}" presName="thickLine" presStyleLbl="alignNode1" presStyleIdx="0" presStyleCnt="7"/>
      <dgm:spPr/>
    </dgm:pt>
    <dgm:pt modelId="{2771B2F3-B241-4F3A-B008-2B3EC6BAB64C}" type="pres">
      <dgm:prSet presAssocID="{08767E94-35D0-4BA1-ABBD-F02064DF4BEE}" presName="horz1" presStyleCnt="0"/>
      <dgm:spPr/>
    </dgm:pt>
    <dgm:pt modelId="{903F6B13-5BE3-41D9-BB7D-829D632832D3}" type="pres">
      <dgm:prSet presAssocID="{08767E94-35D0-4BA1-ABBD-F02064DF4BEE}" presName="tx1" presStyleLbl="revTx" presStyleIdx="0" presStyleCnt="7"/>
      <dgm:spPr/>
    </dgm:pt>
    <dgm:pt modelId="{97D0B038-4BFD-48BF-9B01-141E5A2AA578}" type="pres">
      <dgm:prSet presAssocID="{08767E94-35D0-4BA1-ABBD-F02064DF4BEE}" presName="vert1" presStyleCnt="0"/>
      <dgm:spPr/>
    </dgm:pt>
    <dgm:pt modelId="{C84EE791-3EFB-443F-84F2-CE8F516EDA97}" type="pres">
      <dgm:prSet presAssocID="{FA20F576-04F5-42CF-BC7B-F41024415E28}" presName="thickLine" presStyleLbl="alignNode1" presStyleIdx="1" presStyleCnt="7"/>
      <dgm:spPr/>
    </dgm:pt>
    <dgm:pt modelId="{DA3D9079-7821-453F-9E4C-551D1111C4F2}" type="pres">
      <dgm:prSet presAssocID="{FA20F576-04F5-42CF-BC7B-F41024415E28}" presName="horz1" presStyleCnt="0"/>
      <dgm:spPr/>
    </dgm:pt>
    <dgm:pt modelId="{47E83FCB-92A0-4773-88B1-C0E349FB8E7A}" type="pres">
      <dgm:prSet presAssocID="{FA20F576-04F5-42CF-BC7B-F41024415E28}" presName="tx1" presStyleLbl="revTx" presStyleIdx="1" presStyleCnt="7"/>
      <dgm:spPr/>
    </dgm:pt>
    <dgm:pt modelId="{8FF12A40-CC2A-464D-84B6-8FDA9DCB1287}" type="pres">
      <dgm:prSet presAssocID="{FA20F576-04F5-42CF-BC7B-F41024415E28}" presName="vert1" presStyleCnt="0"/>
      <dgm:spPr/>
    </dgm:pt>
    <dgm:pt modelId="{CA6D5664-B76F-4715-BAE1-39DCBD773D53}" type="pres">
      <dgm:prSet presAssocID="{BFB023D9-F6F4-4C77-90FD-A7610CD8EA26}" presName="thickLine" presStyleLbl="alignNode1" presStyleIdx="2" presStyleCnt="7"/>
      <dgm:spPr/>
    </dgm:pt>
    <dgm:pt modelId="{9987262A-558C-467E-9941-1ADC5C4A4B47}" type="pres">
      <dgm:prSet presAssocID="{BFB023D9-F6F4-4C77-90FD-A7610CD8EA26}" presName="horz1" presStyleCnt="0"/>
      <dgm:spPr/>
    </dgm:pt>
    <dgm:pt modelId="{5DACCB91-1FA2-402D-8A79-5000B1F081E2}" type="pres">
      <dgm:prSet presAssocID="{BFB023D9-F6F4-4C77-90FD-A7610CD8EA26}" presName="tx1" presStyleLbl="revTx" presStyleIdx="2" presStyleCnt="7"/>
      <dgm:spPr/>
    </dgm:pt>
    <dgm:pt modelId="{4D05DE20-1D19-4807-8017-205909901618}" type="pres">
      <dgm:prSet presAssocID="{BFB023D9-F6F4-4C77-90FD-A7610CD8EA26}" presName="vert1" presStyleCnt="0"/>
      <dgm:spPr/>
    </dgm:pt>
    <dgm:pt modelId="{A5E6C30E-B5BB-4699-8C08-35D7F2258A0E}" type="pres">
      <dgm:prSet presAssocID="{10B74555-6997-4957-A269-848489B17C2E}" presName="thickLine" presStyleLbl="alignNode1" presStyleIdx="3" presStyleCnt="7"/>
      <dgm:spPr/>
    </dgm:pt>
    <dgm:pt modelId="{EED6F9C3-D61A-47D0-8DBE-42E5E5D52C40}" type="pres">
      <dgm:prSet presAssocID="{10B74555-6997-4957-A269-848489B17C2E}" presName="horz1" presStyleCnt="0"/>
      <dgm:spPr/>
    </dgm:pt>
    <dgm:pt modelId="{4FFBFAB5-018B-4C56-ACFE-B25FD787E789}" type="pres">
      <dgm:prSet presAssocID="{10B74555-6997-4957-A269-848489B17C2E}" presName="tx1" presStyleLbl="revTx" presStyleIdx="3" presStyleCnt="7"/>
      <dgm:spPr/>
    </dgm:pt>
    <dgm:pt modelId="{AC1F9C74-5759-4A65-AB56-ED40341B0CC3}" type="pres">
      <dgm:prSet presAssocID="{10B74555-6997-4957-A269-848489B17C2E}" presName="vert1" presStyleCnt="0"/>
      <dgm:spPr/>
    </dgm:pt>
    <dgm:pt modelId="{7DBABD2C-CCB8-475D-9AA0-3BAB0A103806}" type="pres">
      <dgm:prSet presAssocID="{696FC784-4AC9-41D3-AFB4-49AD39838374}" presName="thickLine" presStyleLbl="alignNode1" presStyleIdx="4" presStyleCnt="7"/>
      <dgm:spPr/>
    </dgm:pt>
    <dgm:pt modelId="{5BDD583A-DAFD-4AC4-9E84-94A2A0AF4F5D}" type="pres">
      <dgm:prSet presAssocID="{696FC784-4AC9-41D3-AFB4-49AD39838374}" presName="horz1" presStyleCnt="0"/>
      <dgm:spPr/>
    </dgm:pt>
    <dgm:pt modelId="{8AC902D4-6F11-44E0-AAD9-4E724C652439}" type="pres">
      <dgm:prSet presAssocID="{696FC784-4AC9-41D3-AFB4-49AD39838374}" presName="tx1" presStyleLbl="revTx" presStyleIdx="4" presStyleCnt="7"/>
      <dgm:spPr/>
    </dgm:pt>
    <dgm:pt modelId="{50B5EB1D-C94C-45D5-B0C4-B0B9289354F2}" type="pres">
      <dgm:prSet presAssocID="{696FC784-4AC9-41D3-AFB4-49AD39838374}" presName="vert1" presStyleCnt="0"/>
      <dgm:spPr/>
    </dgm:pt>
    <dgm:pt modelId="{319954FD-FDFA-454A-ADC4-BB9B24B29BC9}" type="pres">
      <dgm:prSet presAssocID="{9C6187A7-B747-4D49-96AF-E63959C78641}" presName="thickLine" presStyleLbl="alignNode1" presStyleIdx="5" presStyleCnt="7"/>
      <dgm:spPr/>
    </dgm:pt>
    <dgm:pt modelId="{A9F1483A-8701-4647-BD15-B5C75A7125CF}" type="pres">
      <dgm:prSet presAssocID="{9C6187A7-B747-4D49-96AF-E63959C78641}" presName="horz1" presStyleCnt="0"/>
      <dgm:spPr/>
    </dgm:pt>
    <dgm:pt modelId="{54DE4617-9423-412D-8A4C-322C56CF1261}" type="pres">
      <dgm:prSet presAssocID="{9C6187A7-B747-4D49-96AF-E63959C78641}" presName="tx1" presStyleLbl="revTx" presStyleIdx="5" presStyleCnt="7"/>
      <dgm:spPr/>
    </dgm:pt>
    <dgm:pt modelId="{98CD7AD4-BE64-4B64-BE47-FC6EBC5C8461}" type="pres">
      <dgm:prSet presAssocID="{9C6187A7-B747-4D49-96AF-E63959C78641}" presName="vert1" presStyleCnt="0"/>
      <dgm:spPr/>
    </dgm:pt>
    <dgm:pt modelId="{82A81971-541D-4447-BE70-33120761B1F6}" type="pres">
      <dgm:prSet presAssocID="{06B2BD0B-749F-44D7-BE95-9B24B5F41815}" presName="thickLine" presStyleLbl="alignNode1" presStyleIdx="6" presStyleCnt="7"/>
      <dgm:spPr/>
    </dgm:pt>
    <dgm:pt modelId="{6FF45E2A-758E-4ED5-AC72-A7505A09AAAF}" type="pres">
      <dgm:prSet presAssocID="{06B2BD0B-749F-44D7-BE95-9B24B5F41815}" presName="horz1" presStyleCnt="0"/>
      <dgm:spPr/>
    </dgm:pt>
    <dgm:pt modelId="{DAD9990F-A802-4EE2-8155-0B2A9F9C16D6}" type="pres">
      <dgm:prSet presAssocID="{06B2BD0B-749F-44D7-BE95-9B24B5F41815}" presName="tx1" presStyleLbl="revTx" presStyleIdx="6" presStyleCnt="7"/>
      <dgm:spPr/>
    </dgm:pt>
    <dgm:pt modelId="{D2E5B3F9-3CF8-47C4-BD1B-FF3814AFA95A}" type="pres">
      <dgm:prSet presAssocID="{06B2BD0B-749F-44D7-BE95-9B24B5F41815}" presName="vert1" presStyleCnt="0"/>
      <dgm:spPr/>
    </dgm:pt>
  </dgm:ptLst>
  <dgm:cxnLst>
    <dgm:cxn modelId="{5660B013-CAE2-4598-BC8E-FB50D79DC78F}" type="presOf" srcId="{3CFC53A3-D1CA-4B86-8304-0E3CC889B390}" destId="{5527E557-B420-44D2-A8B2-27DF0B275642}" srcOrd="0" destOrd="0" presId="urn:microsoft.com/office/officeart/2008/layout/LinedList"/>
    <dgm:cxn modelId="{5E574018-18C1-4736-9B91-E267BEC8B148}" type="presOf" srcId="{08767E94-35D0-4BA1-ABBD-F02064DF4BEE}" destId="{903F6B13-5BE3-41D9-BB7D-829D632832D3}" srcOrd="0" destOrd="0" presId="urn:microsoft.com/office/officeart/2008/layout/LinedList"/>
    <dgm:cxn modelId="{5C64E424-0A02-4397-AF1F-6E738E4DCA98}" type="presOf" srcId="{9C6187A7-B747-4D49-96AF-E63959C78641}" destId="{54DE4617-9423-412D-8A4C-322C56CF1261}" srcOrd="0" destOrd="0" presId="urn:microsoft.com/office/officeart/2008/layout/LinedList"/>
    <dgm:cxn modelId="{12260B60-5F0C-4E01-972A-8F5281ABA141}" type="presOf" srcId="{10B74555-6997-4957-A269-848489B17C2E}" destId="{4FFBFAB5-018B-4C56-ACFE-B25FD787E789}" srcOrd="0" destOrd="0" presId="urn:microsoft.com/office/officeart/2008/layout/LinedList"/>
    <dgm:cxn modelId="{A597C069-CDB5-4ECF-8381-D7657B01EC5C}" srcId="{3CFC53A3-D1CA-4B86-8304-0E3CC889B390}" destId="{10B74555-6997-4957-A269-848489B17C2E}" srcOrd="3" destOrd="0" parTransId="{B152CCC3-A6A0-4C52-BD79-D067FAFB73CE}" sibTransId="{A213E903-2316-4739-9820-8ABC35FDAADC}"/>
    <dgm:cxn modelId="{B001D058-6167-415C-AEB2-DB3796F17A67}" type="presOf" srcId="{FA20F576-04F5-42CF-BC7B-F41024415E28}" destId="{47E83FCB-92A0-4773-88B1-C0E349FB8E7A}" srcOrd="0" destOrd="0" presId="urn:microsoft.com/office/officeart/2008/layout/LinedList"/>
    <dgm:cxn modelId="{BFAF6FA0-C806-47F4-A972-021232F475C4}" type="presOf" srcId="{06B2BD0B-749F-44D7-BE95-9B24B5F41815}" destId="{DAD9990F-A802-4EE2-8155-0B2A9F9C16D6}" srcOrd="0" destOrd="0" presId="urn:microsoft.com/office/officeart/2008/layout/LinedList"/>
    <dgm:cxn modelId="{6E897BA5-44C4-4558-987E-CD6090C6BB37}" srcId="{3CFC53A3-D1CA-4B86-8304-0E3CC889B390}" destId="{FA20F576-04F5-42CF-BC7B-F41024415E28}" srcOrd="1" destOrd="0" parTransId="{34F3D15F-0950-49C9-A6C4-36065DC0AC59}" sibTransId="{2C0784A8-9DD3-43B9-93B1-E53FE32FE828}"/>
    <dgm:cxn modelId="{5D43A4AE-074E-4082-A555-5F2E14F24BB7}" type="presOf" srcId="{BFB023D9-F6F4-4C77-90FD-A7610CD8EA26}" destId="{5DACCB91-1FA2-402D-8A79-5000B1F081E2}" srcOrd="0" destOrd="0" presId="urn:microsoft.com/office/officeart/2008/layout/LinedList"/>
    <dgm:cxn modelId="{05567DBF-7F9D-4260-A36C-778D645223FB}" type="presOf" srcId="{696FC784-4AC9-41D3-AFB4-49AD39838374}" destId="{8AC902D4-6F11-44E0-AAD9-4E724C652439}" srcOrd="0" destOrd="0" presId="urn:microsoft.com/office/officeart/2008/layout/LinedList"/>
    <dgm:cxn modelId="{0C5A59CB-CE91-4C90-BF01-50F708DDBC42}" srcId="{3CFC53A3-D1CA-4B86-8304-0E3CC889B390}" destId="{08767E94-35D0-4BA1-ABBD-F02064DF4BEE}" srcOrd="0" destOrd="0" parTransId="{B600BAF0-E7D9-40F7-A527-2F9196BF7950}" sibTransId="{02A29070-AD31-4AFB-89F6-0962B9DC1BCC}"/>
    <dgm:cxn modelId="{2E3263D7-E3FC-4732-A520-E37014918E7B}" srcId="{3CFC53A3-D1CA-4B86-8304-0E3CC889B390}" destId="{06B2BD0B-749F-44D7-BE95-9B24B5F41815}" srcOrd="6" destOrd="0" parTransId="{166FBFCA-1CEB-4D2B-BA87-24F298001012}" sibTransId="{0B14FDDE-DCC4-43D4-BD29-EF0A77778880}"/>
    <dgm:cxn modelId="{2CD672D7-7F2D-4D18-832F-B88033399248}" srcId="{3CFC53A3-D1CA-4B86-8304-0E3CC889B390}" destId="{696FC784-4AC9-41D3-AFB4-49AD39838374}" srcOrd="4" destOrd="0" parTransId="{6A2F750B-138B-4703-B9BE-1CEC51D70922}" sibTransId="{CAB942B6-59BE-4649-8098-C17012B227F7}"/>
    <dgm:cxn modelId="{DBDAC5F5-644E-4832-97A1-06E08A4EF873}" srcId="{3CFC53A3-D1CA-4B86-8304-0E3CC889B390}" destId="{BFB023D9-F6F4-4C77-90FD-A7610CD8EA26}" srcOrd="2" destOrd="0" parTransId="{EF928E58-CC06-4A81-9E63-3B8332D34837}" sibTransId="{ED321DFC-D95A-4E41-8DCD-5C197D6515E4}"/>
    <dgm:cxn modelId="{8BC1F2F6-287C-4D88-B86C-066EFB546A13}" srcId="{3CFC53A3-D1CA-4B86-8304-0E3CC889B390}" destId="{9C6187A7-B747-4D49-96AF-E63959C78641}" srcOrd="5" destOrd="0" parTransId="{927331F3-430F-497F-A8E3-5AF736C65343}" sibTransId="{89BA2006-4370-4D47-B1F5-D575ED262B6B}"/>
    <dgm:cxn modelId="{A2374163-7F1C-4E0F-BC2E-2C5F326F85AF}" type="presParOf" srcId="{5527E557-B420-44D2-A8B2-27DF0B275642}" destId="{77E36236-D312-470C-AA9E-2A7EA04DF3D6}" srcOrd="0" destOrd="0" presId="urn:microsoft.com/office/officeart/2008/layout/LinedList"/>
    <dgm:cxn modelId="{9C75B8C9-AD5B-4470-A900-1419ED2099F0}" type="presParOf" srcId="{5527E557-B420-44D2-A8B2-27DF0B275642}" destId="{2771B2F3-B241-4F3A-B008-2B3EC6BAB64C}" srcOrd="1" destOrd="0" presId="urn:microsoft.com/office/officeart/2008/layout/LinedList"/>
    <dgm:cxn modelId="{3803B9B3-64C8-4A28-9F2A-6472F68E4FB4}" type="presParOf" srcId="{2771B2F3-B241-4F3A-B008-2B3EC6BAB64C}" destId="{903F6B13-5BE3-41D9-BB7D-829D632832D3}" srcOrd="0" destOrd="0" presId="urn:microsoft.com/office/officeart/2008/layout/LinedList"/>
    <dgm:cxn modelId="{6DCD63F6-B508-4756-A9F8-FFE99A04943A}" type="presParOf" srcId="{2771B2F3-B241-4F3A-B008-2B3EC6BAB64C}" destId="{97D0B038-4BFD-48BF-9B01-141E5A2AA578}" srcOrd="1" destOrd="0" presId="urn:microsoft.com/office/officeart/2008/layout/LinedList"/>
    <dgm:cxn modelId="{848F3AB1-E366-4CC5-BF4B-4BFD95B9404F}" type="presParOf" srcId="{5527E557-B420-44D2-A8B2-27DF0B275642}" destId="{C84EE791-3EFB-443F-84F2-CE8F516EDA97}" srcOrd="2" destOrd="0" presId="urn:microsoft.com/office/officeart/2008/layout/LinedList"/>
    <dgm:cxn modelId="{95271373-2647-443F-8A33-A926E3AC8F09}" type="presParOf" srcId="{5527E557-B420-44D2-A8B2-27DF0B275642}" destId="{DA3D9079-7821-453F-9E4C-551D1111C4F2}" srcOrd="3" destOrd="0" presId="urn:microsoft.com/office/officeart/2008/layout/LinedList"/>
    <dgm:cxn modelId="{80C09205-841B-4F9B-9409-87679B54E946}" type="presParOf" srcId="{DA3D9079-7821-453F-9E4C-551D1111C4F2}" destId="{47E83FCB-92A0-4773-88B1-C0E349FB8E7A}" srcOrd="0" destOrd="0" presId="urn:microsoft.com/office/officeart/2008/layout/LinedList"/>
    <dgm:cxn modelId="{AA51B0FC-64FF-41C1-8777-29C1017549F0}" type="presParOf" srcId="{DA3D9079-7821-453F-9E4C-551D1111C4F2}" destId="{8FF12A40-CC2A-464D-84B6-8FDA9DCB1287}" srcOrd="1" destOrd="0" presId="urn:microsoft.com/office/officeart/2008/layout/LinedList"/>
    <dgm:cxn modelId="{DD07CFF2-69C4-4FDB-A37F-D60A1B2AE630}" type="presParOf" srcId="{5527E557-B420-44D2-A8B2-27DF0B275642}" destId="{CA6D5664-B76F-4715-BAE1-39DCBD773D53}" srcOrd="4" destOrd="0" presId="urn:microsoft.com/office/officeart/2008/layout/LinedList"/>
    <dgm:cxn modelId="{801AEC27-5D08-4739-A7AA-90F366FB9E3B}" type="presParOf" srcId="{5527E557-B420-44D2-A8B2-27DF0B275642}" destId="{9987262A-558C-467E-9941-1ADC5C4A4B47}" srcOrd="5" destOrd="0" presId="urn:microsoft.com/office/officeart/2008/layout/LinedList"/>
    <dgm:cxn modelId="{CFC8CD06-8940-45CE-BD45-7246F3AD1839}" type="presParOf" srcId="{9987262A-558C-467E-9941-1ADC5C4A4B47}" destId="{5DACCB91-1FA2-402D-8A79-5000B1F081E2}" srcOrd="0" destOrd="0" presId="urn:microsoft.com/office/officeart/2008/layout/LinedList"/>
    <dgm:cxn modelId="{13758374-B0FE-41BA-BE46-DDA875FAC713}" type="presParOf" srcId="{9987262A-558C-467E-9941-1ADC5C4A4B47}" destId="{4D05DE20-1D19-4807-8017-205909901618}" srcOrd="1" destOrd="0" presId="urn:microsoft.com/office/officeart/2008/layout/LinedList"/>
    <dgm:cxn modelId="{BD4433B7-D076-48DE-95FB-9ABE27376D10}" type="presParOf" srcId="{5527E557-B420-44D2-A8B2-27DF0B275642}" destId="{A5E6C30E-B5BB-4699-8C08-35D7F2258A0E}" srcOrd="6" destOrd="0" presId="urn:microsoft.com/office/officeart/2008/layout/LinedList"/>
    <dgm:cxn modelId="{1313C0C6-E58E-48F2-A754-70FD03831604}" type="presParOf" srcId="{5527E557-B420-44D2-A8B2-27DF0B275642}" destId="{EED6F9C3-D61A-47D0-8DBE-42E5E5D52C40}" srcOrd="7" destOrd="0" presId="urn:microsoft.com/office/officeart/2008/layout/LinedList"/>
    <dgm:cxn modelId="{E89A2244-F9CA-4406-B67E-C8E91F73705D}" type="presParOf" srcId="{EED6F9C3-D61A-47D0-8DBE-42E5E5D52C40}" destId="{4FFBFAB5-018B-4C56-ACFE-B25FD787E789}" srcOrd="0" destOrd="0" presId="urn:microsoft.com/office/officeart/2008/layout/LinedList"/>
    <dgm:cxn modelId="{53E76B13-DBAE-46F7-84E2-DA2A277FF1B3}" type="presParOf" srcId="{EED6F9C3-D61A-47D0-8DBE-42E5E5D52C40}" destId="{AC1F9C74-5759-4A65-AB56-ED40341B0CC3}" srcOrd="1" destOrd="0" presId="urn:microsoft.com/office/officeart/2008/layout/LinedList"/>
    <dgm:cxn modelId="{B33FC284-CC5E-4C73-89EA-4FBD09DE06C4}" type="presParOf" srcId="{5527E557-B420-44D2-A8B2-27DF0B275642}" destId="{7DBABD2C-CCB8-475D-9AA0-3BAB0A103806}" srcOrd="8" destOrd="0" presId="urn:microsoft.com/office/officeart/2008/layout/LinedList"/>
    <dgm:cxn modelId="{5ACBE897-ED07-492C-9DE5-187609A0B5F3}" type="presParOf" srcId="{5527E557-B420-44D2-A8B2-27DF0B275642}" destId="{5BDD583A-DAFD-4AC4-9E84-94A2A0AF4F5D}" srcOrd="9" destOrd="0" presId="urn:microsoft.com/office/officeart/2008/layout/LinedList"/>
    <dgm:cxn modelId="{BB6E3516-9BFB-4A30-AD6F-F83B161EBB63}" type="presParOf" srcId="{5BDD583A-DAFD-4AC4-9E84-94A2A0AF4F5D}" destId="{8AC902D4-6F11-44E0-AAD9-4E724C652439}" srcOrd="0" destOrd="0" presId="urn:microsoft.com/office/officeart/2008/layout/LinedList"/>
    <dgm:cxn modelId="{10881BD3-C4DE-4A55-9D4F-F4647E63B454}" type="presParOf" srcId="{5BDD583A-DAFD-4AC4-9E84-94A2A0AF4F5D}" destId="{50B5EB1D-C94C-45D5-B0C4-B0B9289354F2}" srcOrd="1" destOrd="0" presId="urn:microsoft.com/office/officeart/2008/layout/LinedList"/>
    <dgm:cxn modelId="{9E817248-1948-4F02-9C4D-6F958EA7C7BB}" type="presParOf" srcId="{5527E557-B420-44D2-A8B2-27DF0B275642}" destId="{319954FD-FDFA-454A-ADC4-BB9B24B29BC9}" srcOrd="10" destOrd="0" presId="urn:microsoft.com/office/officeart/2008/layout/LinedList"/>
    <dgm:cxn modelId="{4D06D9CA-4FEF-493F-B2CA-D11891CA53ED}" type="presParOf" srcId="{5527E557-B420-44D2-A8B2-27DF0B275642}" destId="{A9F1483A-8701-4647-BD15-B5C75A7125CF}" srcOrd="11" destOrd="0" presId="urn:microsoft.com/office/officeart/2008/layout/LinedList"/>
    <dgm:cxn modelId="{047282B1-F788-4E35-9DD1-97544C1F1712}" type="presParOf" srcId="{A9F1483A-8701-4647-BD15-B5C75A7125CF}" destId="{54DE4617-9423-412D-8A4C-322C56CF1261}" srcOrd="0" destOrd="0" presId="urn:microsoft.com/office/officeart/2008/layout/LinedList"/>
    <dgm:cxn modelId="{077E466A-35A0-4FEA-8936-7B4D2726D6BF}" type="presParOf" srcId="{A9F1483A-8701-4647-BD15-B5C75A7125CF}" destId="{98CD7AD4-BE64-4B64-BE47-FC6EBC5C8461}" srcOrd="1" destOrd="0" presId="urn:microsoft.com/office/officeart/2008/layout/LinedList"/>
    <dgm:cxn modelId="{CDB6D32E-E6E0-4F14-A116-0E2F6F84F6BE}" type="presParOf" srcId="{5527E557-B420-44D2-A8B2-27DF0B275642}" destId="{82A81971-541D-4447-BE70-33120761B1F6}" srcOrd="12" destOrd="0" presId="urn:microsoft.com/office/officeart/2008/layout/LinedList"/>
    <dgm:cxn modelId="{3183F2DA-7990-44A0-B9CE-97A89A81E051}" type="presParOf" srcId="{5527E557-B420-44D2-A8B2-27DF0B275642}" destId="{6FF45E2A-758E-4ED5-AC72-A7505A09AAAF}" srcOrd="13" destOrd="0" presId="urn:microsoft.com/office/officeart/2008/layout/LinedList"/>
    <dgm:cxn modelId="{4E10700F-DD8F-4265-921F-2FEEFD2D91E8}" type="presParOf" srcId="{6FF45E2A-758E-4ED5-AC72-A7505A09AAAF}" destId="{DAD9990F-A802-4EE2-8155-0B2A9F9C16D6}" srcOrd="0" destOrd="0" presId="urn:microsoft.com/office/officeart/2008/layout/LinedList"/>
    <dgm:cxn modelId="{63147930-0721-401B-B48E-7C7B5726237D}" type="presParOf" srcId="{6FF45E2A-758E-4ED5-AC72-A7505A09AAAF}" destId="{D2E5B3F9-3CF8-47C4-BD1B-FF3814AFA95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4366CF-0724-4A67-A28C-AAFE85B22EF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C0C453-4461-4227-BB43-0D7B9971A4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Works </a:t>
          </a:r>
          <a:r>
            <a:rPr lang="en-US" b="1"/>
            <a:t>automatically</a:t>
          </a:r>
          <a:endParaRPr lang="en-US"/>
        </a:p>
      </dgm:t>
    </dgm:pt>
    <dgm:pt modelId="{32DBBAE9-6CBC-4BA9-BE33-D6757E9AF104}" type="parTrans" cxnId="{9A8D0F60-98F2-41A6-A365-97E9C6F1A1DF}">
      <dgm:prSet/>
      <dgm:spPr/>
      <dgm:t>
        <a:bodyPr/>
        <a:lstStyle/>
        <a:p>
          <a:endParaRPr lang="en-US"/>
        </a:p>
      </dgm:t>
    </dgm:pt>
    <dgm:pt modelId="{C98CAC0F-011E-43D9-949A-03454180C604}" type="sibTrans" cxnId="{9A8D0F60-98F2-41A6-A365-97E9C6F1A1DF}">
      <dgm:prSet/>
      <dgm:spPr/>
      <dgm:t>
        <a:bodyPr/>
        <a:lstStyle/>
        <a:p>
          <a:endParaRPr lang="en-US"/>
        </a:p>
      </dgm:t>
    </dgm:pt>
    <dgm:pt modelId="{481F5E87-BBF6-4472-8CB2-BD6D7380FA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Keeps things </a:t>
          </a:r>
          <a:r>
            <a:rPr lang="en-US" b="1"/>
            <a:t>clean and hygienic</a:t>
          </a:r>
          <a:endParaRPr lang="en-US"/>
        </a:p>
      </dgm:t>
    </dgm:pt>
    <dgm:pt modelId="{6349C1C8-D770-4EAF-A269-EB36CE36D649}" type="parTrans" cxnId="{ADB700F4-229A-4EDF-88B2-3A3CFC18A844}">
      <dgm:prSet/>
      <dgm:spPr/>
      <dgm:t>
        <a:bodyPr/>
        <a:lstStyle/>
        <a:p>
          <a:endParaRPr lang="en-US"/>
        </a:p>
      </dgm:t>
    </dgm:pt>
    <dgm:pt modelId="{92BE8827-9C49-4CB1-B612-6A33AD55996E}" type="sibTrans" cxnId="{ADB700F4-229A-4EDF-88B2-3A3CFC18A844}">
      <dgm:prSet/>
      <dgm:spPr/>
      <dgm:t>
        <a:bodyPr/>
        <a:lstStyle/>
        <a:p>
          <a:endParaRPr lang="en-US"/>
        </a:p>
      </dgm:t>
    </dgm:pt>
    <dgm:pt modelId="{F3B6B69F-1904-454A-8C1F-E4771B5963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Saves </a:t>
          </a:r>
          <a:r>
            <a:rPr lang="en-US" b="1"/>
            <a:t>time and effort</a:t>
          </a:r>
          <a:endParaRPr lang="en-US"/>
        </a:p>
      </dgm:t>
    </dgm:pt>
    <dgm:pt modelId="{031D952B-36F6-4BDB-9E9B-8BF976BE2E11}" type="parTrans" cxnId="{E9890A77-597D-4164-9EDE-6025ABC9F63C}">
      <dgm:prSet/>
      <dgm:spPr/>
      <dgm:t>
        <a:bodyPr/>
        <a:lstStyle/>
        <a:p>
          <a:endParaRPr lang="en-US"/>
        </a:p>
      </dgm:t>
    </dgm:pt>
    <dgm:pt modelId="{76742073-7706-48DD-A8BC-542D7856ECB8}" type="sibTrans" cxnId="{E9890A77-597D-4164-9EDE-6025ABC9F63C}">
      <dgm:prSet/>
      <dgm:spPr/>
      <dgm:t>
        <a:bodyPr/>
        <a:lstStyle/>
        <a:p>
          <a:endParaRPr lang="en-US"/>
        </a:p>
      </dgm:t>
    </dgm:pt>
    <dgm:pt modelId="{F8A3EA9E-4B83-44EF-AA20-16B646D978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Helps in </a:t>
          </a:r>
          <a:r>
            <a:rPr lang="en-US" b="1"/>
            <a:t>recycling waste</a:t>
          </a:r>
          <a:endParaRPr lang="en-US"/>
        </a:p>
      </dgm:t>
    </dgm:pt>
    <dgm:pt modelId="{0F013CC4-3BF3-45B1-BA45-8C01FBF11903}" type="parTrans" cxnId="{CE857A62-D701-44BF-AEC9-5903290B6529}">
      <dgm:prSet/>
      <dgm:spPr/>
      <dgm:t>
        <a:bodyPr/>
        <a:lstStyle/>
        <a:p>
          <a:endParaRPr lang="en-US"/>
        </a:p>
      </dgm:t>
    </dgm:pt>
    <dgm:pt modelId="{63D3E229-4B49-46E2-9004-F3F1E9BCAEAA}" type="sibTrans" cxnId="{CE857A62-D701-44BF-AEC9-5903290B6529}">
      <dgm:prSet/>
      <dgm:spPr/>
      <dgm:t>
        <a:bodyPr/>
        <a:lstStyle/>
        <a:p>
          <a:endParaRPr lang="en-US"/>
        </a:p>
      </dgm:t>
    </dgm:pt>
    <dgm:pt modelId="{D21AE26C-2C36-4993-80D1-A6B553961DC7}" type="pres">
      <dgm:prSet presAssocID="{EB4366CF-0724-4A67-A28C-AAFE85B22EFC}" presName="root" presStyleCnt="0">
        <dgm:presLayoutVars>
          <dgm:dir/>
          <dgm:resizeHandles val="exact"/>
        </dgm:presLayoutVars>
      </dgm:prSet>
      <dgm:spPr/>
    </dgm:pt>
    <dgm:pt modelId="{65F50894-5F63-4201-B308-8DD8014DC6B5}" type="pres">
      <dgm:prSet presAssocID="{2BC0C453-4461-4227-BB43-0D7B9971A411}" presName="compNode" presStyleCnt="0"/>
      <dgm:spPr/>
    </dgm:pt>
    <dgm:pt modelId="{65539688-8333-4C77-80D0-5B20526DF4F9}" type="pres">
      <dgm:prSet presAssocID="{2BC0C453-4461-4227-BB43-0D7B9971A411}" presName="bgRect" presStyleLbl="bgShp" presStyleIdx="0" presStyleCnt="4"/>
      <dgm:spPr/>
    </dgm:pt>
    <dgm:pt modelId="{691AF223-E09E-4292-9D77-ECABCEEB1C6D}" type="pres">
      <dgm:prSet presAssocID="{2BC0C453-4461-4227-BB43-0D7B9971A41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p Streamer"/>
        </a:ext>
      </dgm:extLst>
    </dgm:pt>
    <dgm:pt modelId="{99BD7842-BDEF-4263-804A-A6FC5EC84714}" type="pres">
      <dgm:prSet presAssocID="{2BC0C453-4461-4227-BB43-0D7B9971A411}" presName="spaceRect" presStyleCnt="0"/>
      <dgm:spPr/>
    </dgm:pt>
    <dgm:pt modelId="{B718DC1C-87B8-44AD-BF9F-333735616550}" type="pres">
      <dgm:prSet presAssocID="{2BC0C453-4461-4227-BB43-0D7B9971A411}" presName="parTx" presStyleLbl="revTx" presStyleIdx="0" presStyleCnt="4">
        <dgm:presLayoutVars>
          <dgm:chMax val="0"/>
          <dgm:chPref val="0"/>
        </dgm:presLayoutVars>
      </dgm:prSet>
      <dgm:spPr/>
    </dgm:pt>
    <dgm:pt modelId="{677D2BF4-FBAC-4365-B886-925A739EA3DA}" type="pres">
      <dgm:prSet presAssocID="{C98CAC0F-011E-43D9-949A-03454180C604}" presName="sibTrans" presStyleCnt="0"/>
      <dgm:spPr/>
    </dgm:pt>
    <dgm:pt modelId="{C22F171D-8EB5-4F31-85CD-FFDEA7B8C948}" type="pres">
      <dgm:prSet presAssocID="{481F5E87-BBF6-4472-8CB2-BD6D7380FA04}" presName="compNode" presStyleCnt="0"/>
      <dgm:spPr/>
    </dgm:pt>
    <dgm:pt modelId="{84158B87-80D9-41BE-B667-7D6BA6B84425}" type="pres">
      <dgm:prSet presAssocID="{481F5E87-BBF6-4472-8CB2-BD6D7380FA04}" presName="bgRect" presStyleLbl="bgShp" presStyleIdx="1" presStyleCnt="4"/>
      <dgm:spPr/>
    </dgm:pt>
    <dgm:pt modelId="{5A01242D-FD6A-4045-A2D5-5D6A21836D90}" type="pres">
      <dgm:prSet presAssocID="{481F5E87-BBF6-4472-8CB2-BD6D7380FA0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4E94EBD4-63FC-444B-A52B-CF9233D5DF70}" type="pres">
      <dgm:prSet presAssocID="{481F5E87-BBF6-4472-8CB2-BD6D7380FA04}" presName="spaceRect" presStyleCnt="0"/>
      <dgm:spPr/>
    </dgm:pt>
    <dgm:pt modelId="{564F19EC-0878-486D-806F-B5063B081FD0}" type="pres">
      <dgm:prSet presAssocID="{481F5E87-BBF6-4472-8CB2-BD6D7380FA04}" presName="parTx" presStyleLbl="revTx" presStyleIdx="1" presStyleCnt="4">
        <dgm:presLayoutVars>
          <dgm:chMax val="0"/>
          <dgm:chPref val="0"/>
        </dgm:presLayoutVars>
      </dgm:prSet>
      <dgm:spPr/>
    </dgm:pt>
    <dgm:pt modelId="{63D68CCB-65E7-4FC2-BDBD-F6C2EBCC4C7C}" type="pres">
      <dgm:prSet presAssocID="{92BE8827-9C49-4CB1-B612-6A33AD55996E}" presName="sibTrans" presStyleCnt="0"/>
      <dgm:spPr/>
    </dgm:pt>
    <dgm:pt modelId="{382C70DE-1850-4369-A095-F97154EA844D}" type="pres">
      <dgm:prSet presAssocID="{F3B6B69F-1904-454A-8C1F-E4771B5963CF}" presName="compNode" presStyleCnt="0"/>
      <dgm:spPr/>
    </dgm:pt>
    <dgm:pt modelId="{48E7034F-4E54-41D3-A55B-D6ADB517E5AB}" type="pres">
      <dgm:prSet presAssocID="{F3B6B69F-1904-454A-8C1F-E4771B5963CF}" presName="bgRect" presStyleLbl="bgShp" presStyleIdx="2" presStyleCnt="4" custLinFactNeighborY="1844"/>
      <dgm:spPr/>
    </dgm:pt>
    <dgm:pt modelId="{28AF0CEA-894C-4FAC-AA34-F92FE02CC322}" type="pres">
      <dgm:prSet presAssocID="{F3B6B69F-1904-454A-8C1F-E4771B5963C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3BA0A166-0C52-43DF-981C-E7AC0739270C}" type="pres">
      <dgm:prSet presAssocID="{F3B6B69F-1904-454A-8C1F-E4771B5963CF}" presName="spaceRect" presStyleCnt="0"/>
      <dgm:spPr/>
    </dgm:pt>
    <dgm:pt modelId="{A99A7359-7DB9-4C6D-B2BB-792AA050376B}" type="pres">
      <dgm:prSet presAssocID="{F3B6B69F-1904-454A-8C1F-E4771B5963CF}" presName="parTx" presStyleLbl="revTx" presStyleIdx="2" presStyleCnt="4">
        <dgm:presLayoutVars>
          <dgm:chMax val="0"/>
          <dgm:chPref val="0"/>
        </dgm:presLayoutVars>
      </dgm:prSet>
      <dgm:spPr/>
    </dgm:pt>
    <dgm:pt modelId="{FD02805F-BAF8-4C60-AB10-526840A7219A}" type="pres">
      <dgm:prSet presAssocID="{76742073-7706-48DD-A8BC-542D7856ECB8}" presName="sibTrans" presStyleCnt="0"/>
      <dgm:spPr/>
    </dgm:pt>
    <dgm:pt modelId="{8CF87DDD-EB8E-4944-8ADB-15F78B8D7F1F}" type="pres">
      <dgm:prSet presAssocID="{F8A3EA9E-4B83-44EF-AA20-16B646D97849}" presName="compNode" presStyleCnt="0"/>
      <dgm:spPr/>
    </dgm:pt>
    <dgm:pt modelId="{1CA888B5-CC0C-4F6A-9347-23FB7DF10E97}" type="pres">
      <dgm:prSet presAssocID="{F8A3EA9E-4B83-44EF-AA20-16B646D97849}" presName="bgRect" presStyleLbl="bgShp" presStyleIdx="3" presStyleCnt="4"/>
      <dgm:spPr/>
    </dgm:pt>
    <dgm:pt modelId="{287583C7-D246-4C40-B682-CCED0A51589D}" type="pres">
      <dgm:prSet presAssocID="{F8A3EA9E-4B83-44EF-AA20-16B646D9784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C9627976-6F71-49B7-9501-B7E90BE0145B}" type="pres">
      <dgm:prSet presAssocID="{F8A3EA9E-4B83-44EF-AA20-16B646D97849}" presName="spaceRect" presStyleCnt="0"/>
      <dgm:spPr/>
    </dgm:pt>
    <dgm:pt modelId="{BCBE8CAE-8790-403C-9C48-10418694B1D9}" type="pres">
      <dgm:prSet presAssocID="{F8A3EA9E-4B83-44EF-AA20-16B646D9784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A1FC722-7E70-4633-B9B6-CB8824B49EE3}" type="presOf" srcId="{481F5E87-BBF6-4472-8CB2-BD6D7380FA04}" destId="{564F19EC-0878-486D-806F-B5063B081FD0}" srcOrd="0" destOrd="0" presId="urn:microsoft.com/office/officeart/2018/2/layout/IconVerticalSolidList"/>
    <dgm:cxn modelId="{CE214A32-ADB2-4385-BB7B-128D825CC0DA}" type="presOf" srcId="{F3B6B69F-1904-454A-8C1F-E4771B5963CF}" destId="{A99A7359-7DB9-4C6D-B2BB-792AA050376B}" srcOrd="0" destOrd="0" presId="urn:microsoft.com/office/officeart/2018/2/layout/IconVerticalSolidList"/>
    <dgm:cxn modelId="{C97E7039-C3A2-4C16-8E00-5CE4B797E8DD}" type="presOf" srcId="{EB4366CF-0724-4A67-A28C-AAFE85B22EFC}" destId="{D21AE26C-2C36-4993-80D1-A6B553961DC7}" srcOrd="0" destOrd="0" presId="urn:microsoft.com/office/officeart/2018/2/layout/IconVerticalSolidList"/>
    <dgm:cxn modelId="{9A8D0F60-98F2-41A6-A365-97E9C6F1A1DF}" srcId="{EB4366CF-0724-4A67-A28C-AAFE85B22EFC}" destId="{2BC0C453-4461-4227-BB43-0D7B9971A411}" srcOrd="0" destOrd="0" parTransId="{32DBBAE9-6CBC-4BA9-BE33-D6757E9AF104}" sibTransId="{C98CAC0F-011E-43D9-949A-03454180C604}"/>
    <dgm:cxn modelId="{CE857A62-D701-44BF-AEC9-5903290B6529}" srcId="{EB4366CF-0724-4A67-A28C-AAFE85B22EFC}" destId="{F8A3EA9E-4B83-44EF-AA20-16B646D97849}" srcOrd="3" destOrd="0" parTransId="{0F013CC4-3BF3-45B1-BA45-8C01FBF11903}" sibTransId="{63D3E229-4B49-46E2-9004-F3F1E9BCAEAA}"/>
    <dgm:cxn modelId="{E9890A77-597D-4164-9EDE-6025ABC9F63C}" srcId="{EB4366CF-0724-4A67-A28C-AAFE85B22EFC}" destId="{F3B6B69F-1904-454A-8C1F-E4771B5963CF}" srcOrd="2" destOrd="0" parTransId="{031D952B-36F6-4BDB-9E9B-8BF976BE2E11}" sibTransId="{76742073-7706-48DD-A8BC-542D7856ECB8}"/>
    <dgm:cxn modelId="{F3CBF1A8-0C63-4F6A-B542-4CF1DB4980E2}" type="presOf" srcId="{2BC0C453-4461-4227-BB43-0D7B9971A411}" destId="{B718DC1C-87B8-44AD-BF9F-333735616550}" srcOrd="0" destOrd="0" presId="urn:microsoft.com/office/officeart/2018/2/layout/IconVerticalSolidList"/>
    <dgm:cxn modelId="{147E4CBB-9D05-4CED-9768-5B20A2F0C176}" type="presOf" srcId="{F8A3EA9E-4B83-44EF-AA20-16B646D97849}" destId="{BCBE8CAE-8790-403C-9C48-10418694B1D9}" srcOrd="0" destOrd="0" presId="urn:microsoft.com/office/officeart/2018/2/layout/IconVerticalSolidList"/>
    <dgm:cxn modelId="{ADB700F4-229A-4EDF-88B2-3A3CFC18A844}" srcId="{EB4366CF-0724-4A67-A28C-AAFE85B22EFC}" destId="{481F5E87-BBF6-4472-8CB2-BD6D7380FA04}" srcOrd="1" destOrd="0" parTransId="{6349C1C8-D770-4EAF-A269-EB36CE36D649}" sibTransId="{92BE8827-9C49-4CB1-B612-6A33AD55996E}"/>
    <dgm:cxn modelId="{B29A8F1C-E67E-492F-A9AD-3646950B9D68}" type="presParOf" srcId="{D21AE26C-2C36-4993-80D1-A6B553961DC7}" destId="{65F50894-5F63-4201-B308-8DD8014DC6B5}" srcOrd="0" destOrd="0" presId="urn:microsoft.com/office/officeart/2018/2/layout/IconVerticalSolidList"/>
    <dgm:cxn modelId="{DCBF2B1D-5712-4101-93F3-5DD9DD55E2AD}" type="presParOf" srcId="{65F50894-5F63-4201-B308-8DD8014DC6B5}" destId="{65539688-8333-4C77-80D0-5B20526DF4F9}" srcOrd="0" destOrd="0" presId="urn:microsoft.com/office/officeart/2018/2/layout/IconVerticalSolidList"/>
    <dgm:cxn modelId="{7588025F-DE03-4DC5-9BE3-FEBBF8DEEB95}" type="presParOf" srcId="{65F50894-5F63-4201-B308-8DD8014DC6B5}" destId="{691AF223-E09E-4292-9D77-ECABCEEB1C6D}" srcOrd="1" destOrd="0" presId="urn:microsoft.com/office/officeart/2018/2/layout/IconVerticalSolidList"/>
    <dgm:cxn modelId="{B1107EEB-7A99-489B-8A88-75DF5FC4B5BC}" type="presParOf" srcId="{65F50894-5F63-4201-B308-8DD8014DC6B5}" destId="{99BD7842-BDEF-4263-804A-A6FC5EC84714}" srcOrd="2" destOrd="0" presId="urn:microsoft.com/office/officeart/2018/2/layout/IconVerticalSolidList"/>
    <dgm:cxn modelId="{43A0EBE1-CD9D-4967-9F2A-6BEAA66646C8}" type="presParOf" srcId="{65F50894-5F63-4201-B308-8DD8014DC6B5}" destId="{B718DC1C-87B8-44AD-BF9F-333735616550}" srcOrd="3" destOrd="0" presId="urn:microsoft.com/office/officeart/2018/2/layout/IconVerticalSolidList"/>
    <dgm:cxn modelId="{F467D005-8EDD-4B38-B8B5-B8D1DF45C0F3}" type="presParOf" srcId="{D21AE26C-2C36-4993-80D1-A6B553961DC7}" destId="{677D2BF4-FBAC-4365-B886-925A739EA3DA}" srcOrd="1" destOrd="0" presId="urn:microsoft.com/office/officeart/2018/2/layout/IconVerticalSolidList"/>
    <dgm:cxn modelId="{BF21D548-AF30-4407-9280-B6F480A2256F}" type="presParOf" srcId="{D21AE26C-2C36-4993-80D1-A6B553961DC7}" destId="{C22F171D-8EB5-4F31-85CD-FFDEA7B8C948}" srcOrd="2" destOrd="0" presId="urn:microsoft.com/office/officeart/2018/2/layout/IconVerticalSolidList"/>
    <dgm:cxn modelId="{66E4AAE7-9B89-4E64-86E5-4804D9089F62}" type="presParOf" srcId="{C22F171D-8EB5-4F31-85CD-FFDEA7B8C948}" destId="{84158B87-80D9-41BE-B667-7D6BA6B84425}" srcOrd="0" destOrd="0" presId="urn:microsoft.com/office/officeart/2018/2/layout/IconVerticalSolidList"/>
    <dgm:cxn modelId="{00A8DA4E-06AF-4D2A-A119-DECBE71506BD}" type="presParOf" srcId="{C22F171D-8EB5-4F31-85CD-FFDEA7B8C948}" destId="{5A01242D-FD6A-4045-A2D5-5D6A21836D90}" srcOrd="1" destOrd="0" presId="urn:microsoft.com/office/officeart/2018/2/layout/IconVerticalSolidList"/>
    <dgm:cxn modelId="{FD186CC3-5384-46C6-B975-D22240F70901}" type="presParOf" srcId="{C22F171D-8EB5-4F31-85CD-FFDEA7B8C948}" destId="{4E94EBD4-63FC-444B-A52B-CF9233D5DF70}" srcOrd="2" destOrd="0" presId="urn:microsoft.com/office/officeart/2018/2/layout/IconVerticalSolidList"/>
    <dgm:cxn modelId="{561883D4-B690-427E-81D4-02B69D555118}" type="presParOf" srcId="{C22F171D-8EB5-4F31-85CD-FFDEA7B8C948}" destId="{564F19EC-0878-486D-806F-B5063B081FD0}" srcOrd="3" destOrd="0" presId="urn:microsoft.com/office/officeart/2018/2/layout/IconVerticalSolidList"/>
    <dgm:cxn modelId="{3341F60C-5AB3-44DC-BF06-B7B127D41047}" type="presParOf" srcId="{D21AE26C-2C36-4993-80D1-A6B553961DC7}" destId="{63D68CCB-65E7-4FC2-BDBD-F6C2EBCC4C7C}" srcOrd="3" destOrd="0" presId="urn:microsoft.com/office/officeart/2018/2/layout/IconVerticalSolidList"/>
    <dgm:cxn modelId="{C1E61890-615A-4A62-A819-2850269CC2FD}" type="presParOf" srcId="{D21AE26C-2C36-4993-80D1-A6B553961DC7}" destId="{382C70DE-1850-4369-A095-F97154EA844D}" srcOrd="4" destOrd="0" presId="urn:microsoft.com/office/officeart/2018/2/layout/IconVerticalSolidList"/>
    <dgm:cxn modelId="{5FC30BF2-FF9C-4D9D-919D-A6CEB15B1729}" type="presParOf" srcId="{382C70DE-1850-4369-A095-F97154EA844D}" destId="{48E7034F-4E54-41D3-A55B-D6ADB517E5AB}" srcOrd="0" destOrd="0" presId="urn:microsoft.com/office/officeart/2018/2/layout/IconVerticalSolidList"/>
    <dgm:cxn modelId="{89EFDA36-C60B-49B9-80A1-6BFCE1A6FFAE}" type="presParOf" srcId="{382C70DE-1850-4369-A095-F97154EA844D}" destId="{28AF0CEA-894C-4FAC-AA34-F92FE02CC322}" srcOrd="1" destOrd="0" presId="urn:microsoft.com/office/officeart/2018/2/layout/IconVerticalSolidList"/>
    <dgm:cxn modelId="{1DCE21B9-5F70-4A02-BBB6-CB085C378CB3}" type="presParOf" srcId="{382C70DE-1850-4369-A095-F97154EA844D}" destId="{3BA0A166-0C52-43DF-981C-E7AC0739270C}" srcOrd="2" destOrd="0" presId="urn:microsoft.com/office/officeart/2018/2/layout/IconVerticalSolidList"/>
    <dgm:cxn modelId="{01C4F605-7412-4F35-8E4C-177D8D588518}" type="presParOf" srcId="{382C70DE-1850-4369-A095-F97154EA844D}" destId="{A99A7359-7DB9-4C6D-B2BB-792AA050376B}" srcOrd="3" destOrd="0" presId="urn:microsoft.com/office/officeart/2018/2/layout/IconVerticalSolidList"/>
    <dgm:cxn modelId="{E1BA1F06-C051-474E-A00A-7FFA3908BE74}" type="presParOf" srcId="{D21AE26C-2C36-4993-80D1-A6B553961DC7}" destId="{FD02805F-BAF8-4C60-AB10-526840A7219A}" srcOrd="5" destOrd="0" presId="urn:microsoft.com/office/officeart/2018/2/layout/IconVerticalSolidList"/>
    <dgm:cxn modelId="{CDFBEF29-B457-496F-9C9A-8CF4548958A7}" type="presParOf" srcId="{D21AE26C-2C36-4993-80D1-A6B553961DC7}" destId="{8CF87DDD-EB8E-4944-8ADB-15F78B8D7F1F}" srcOrd="6" destOrd="0" presId="urn:microsoft.com/office/officeart/2018/2/layout/IconVerticalSolidList"/>
    <dgm:cxn modelId="{D77DC478-E9A8-4042-A7A6-7F3B0086DB66}" type="presParOf" srcId="{8CF87DDD-EB8E-4944-8ADB-15F78B8D7F1F}" destId="{1CA888B5-CC0C-4F6A-9347-23FB7DF10E97}" srcOrd="0" destOrd="0" presId="urn:microsoft.com/office/officeart/2018/2/layout/IconVerticalSolidList"/>
    <dgm:cxn modelId="{E021879A-FAE0-4E49-9F7C-5F2B234A3DF1}" type="presParOf" srcId="{8CF87DDD-EB8E-4944-8ADB-15F78B8D7F1F}" destId="{287583C7-D246-4C40-B682-CCED0A51589D}" srcOrd="1" destOrd="0" presId="urn:microsoft.com/office/officeart/2018/2/layout/IconVerticalSolidList"/>
    <dgm:cxn modelId="{ADA2899C-A108-4E80-AC13-F1E33C133102}" type="presParOf" srcId="{8CF87DDD-EB8E-4944-8ADB-15F78B8D7F1F}" destId="{C9627976-6F71-49B7-9501-B7E90BE0145B}" srcOrd="2" destOrd="0" presId="urn:microsoft.com/office/officeart/2018/2/layout/IconVerticalSolidList"/>
    <dgm:cxn modelId="{21BC56AB-E610-45DC-B704-3AB0A9F63525}" type="presParOf" srcId="{8CF87DDD-EB8E-4944-8ADB-15F78B8D7F1F}" destId="{BCBE8CAE-8790-403C-9C48-10418694B1D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5F517D3-021A-428F-A443-845D3D90933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861D743-BBFD-4FEE-96A3-9F75399785AE}">
      <dgm:prSet custT="1"/>
      <dgm:spPr/>
      <dgm:t>
        <a:bodyPr/>
        <a:lstStyle/>
        <a:p>
          <a:pPr algn="l">
            <a:lnSpc>
              <a:spcPct val="90000"/>
            </a:lnSpc>
          </a:pPr>
          <a:r>
            <a:rPr lang="en-US" sz="2800">
              <a:solidFill>
                <a:srgbClr val="FFFFFF"/>
              </a:solidFill>
              <a:latin typeface="Times New Roman"/>
              <a:ea typeface="+mn-ea"/>
              <a:cs typeface="+mn-cs"/>
            </a:rPr>
            <a:t>Schools, colleges, and offices</a:t>
          </a:r>
        </a:p>
      </dgm:t>
    </dgm:pt>
    <dgm:pt modelId="{9AE0A459-0ACF-48F6-A26A-78E7B7EAAFB1}" type="parTrans" cxnId="{58077AC9-8A64-4341-9B76-2A0CE7562D58}">
      <dgm:prSet/>
      <dgm:spPr/>
      <dgm:t>
        <a:bodyPr/>
        <a:lstStyle/>
        <a:p>
          <a:endParaRPr lang="en-US"/>
        </a:p>
      </dgm:t>
    </dgm:pt>
    <dgm:pt modelId="{B41C50C2-053F-4B46-A1A3-3C6D117B44C3}" type="sibTrans" cxnId="{58077AC9-8A64-4341-9B76-2A0CE7562D58}">
      <dgm:prSet/>
      <dgm:spPr/>
      <dgm:t>
        <a:bodyPr/>
        <a:lstStyle/>
        <a:p>
          <a:endParaRPr lang="en-US"/>
        </a:p>
      </dgm:t>
    </dgm:pt>
    <dgm:pt modelId="{4185917E-92C8-4F83-A3E7-C402A402B61C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900">
              <a:solidFill>
                <a:srgbClr val="FFFFFF"/>
              </a:solidFill>
              <a:latin typeface="Times New Roman"/>
              <a:ea typeface="+mn-ea"/>
              <a:cs typeface="+mn-cs"/>
            </a:rPr>
            <a:t>Smart cities and public places</a:t>
          </a:r>
        </a:p>
      </dgm:t>
    </dgm:pt>
    <dgm:pt modelId="{DF2B04C3-D74E-4C60-9F3D-2B0E58D6B366}" type="parTrans" cxnId="{E2E5FDF4-3147-42F8-A6E1-1DF1011CDD94}">
      <dgm:prSet/>
      <dgm:spPr/>
      <dgm:t>
        <a:bodyPr/>
        <a:lstStyle/>
        <a:p>
          <a:endParaRPr lang="en-US"/>
        </a:p>
      </dgm:t>
    </dgm:pt>
    <dgm:pt modelId="{C8814FFC-A474-47DC-A2DB-94E972A04145}" type="sibTrans" cxnId="{E2E5FDF4-3147-42F8-A6E1-1DF1011CDD94}">
      <dgm:prSet/>
      <dgm:spPr/>
      <dgm:t>
        <a:bodyPr/>
        <a:lstStyle/>
        <a:p>
          <a:endParaRPr lang="en-US"/>
        </a:p>
      </dgm:t>
    </dgm:pt>
    <dgm:pt modelId="{EB3C1A07-9F09-4D50-8740-03CDED8661F3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900">
              <a:solidFill>
                <a:srgbClr val="FFFFFF"/>
              </a:solidFill>
              <a:latin typeface="Times New Roman"/>
              <a:ea typeface="+mn-ea"/>
              <a:cs typeface="+mn-cs"/>
            </a:rPr>
            <a:t>Industrial waste management</a:t>
          </a:r>
        </a:p>
      </dgm:t>
    </dgm:pt>
    <dgm:pt modelId="{83AEB2AD-8B89-41A0-830B-FADBE2827A1F}" type="parTrans" cxnId="{28DFCFD3-8D63-4816-8FAE-E64887C10D16}">
      <dgm:prSet/>
      <dgm:spPr/>
      <dgm:t>
        <a:bodyPr/>
        <a:lstStyle/>
        <a:p>
          <a:endParaRPr lang="en-US"/>
        </a:p>
      </dgm:t>
    </dgm:pt>
    <dgm:pt modelId="{34EAADA0-7EC1-4DA6-A081-0EA43B0CB751}" type="sibTrans" cxnId="{28DFCFD3-8D63-4816-8FAE-E64887C10D16}">
      <dgm:prSet/>
      <dgm:spPr/>
      <dgm:t>
        <a:bodyPr/>
        <a:lstStyle/>
        <a:p>
          <a:endParaRPr lang="en-US"/>
        </a:p>
      </dgm:t>
    </dgm:pt>
    <dgm:pt modelId="{4E6509DA-9F1E-414F-8232-1E70D0F84366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900">
              <a:solidFill>
                <a:srgbClr val="FFFFFF"/>
              </a:solidFill>
              <a:latin typeface="Times New Roman"/>
              <a:ea typeface="+mn-ea"/>
              <a:cs typeface="+mn-cs"/>
            </a:rPr>
            <a:t>Municipality waste management</a:t>
          </a:r>
        </a:p>
      </dgm:t>
    </dgm:pt>
    <dgm:pt modelId="{2462ACDA-10B1-46E9-A053-06C6148960AE}" type="parTrans" cxnId="{CD5EC198-AADB-4509-BFE0-C449008F0991}">
      <dgm:prSet/>
      <dgm:spPr/>
      <dgm:t>
        <a:bodyPr/>
        <a:lstStyle/>
        <a:p>
          <a:endParaRPr lang="en-US"/>
        </a:p>
      </dgm:t>
    </dgm:pt>
    <dgm:pt modelId="{A8768C28-B7C8-4118-9723-F107BD58D5AA}" type="sibTrans" cxnId="{CD5EC198-AADB-4509-BFE0-C449008F0991}">
      <dgm:prSet/>
      <dgm:spPr/>
      <dgm:t>
        <a:bodyPr/>
        <a:lstStyle/>
        <a:p>
          <a:endParaRPr lang="en-US"/>
        </a:p>
      </dgm:t>
    </dgm:pt>
    <dgm:pt modelId="{0E6AD4BC-A2EA-42E9-868A-E94F49B421BF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900">
              <a:solidFill>
                <a:srgbClr val="FFFFFF"/>
              </a:solidFill>
              <a:latin typeface="Times New Roman"/>
              <a:ea typeface="+mn-ea"/>
              <a:cs typeface="+mn-cs"/>
            </a:rPr>
            <a:t>Hospitals and healthcare facilities</a:t>
          </a:r>
        </a:p>
      </dgm:t>
    </dgm:pt>
    <dgm:pt modelId="{EB32FB06-B74B-406C-A219-6D4A24B676AE}" type="parTrans" cxnId="{C4B014DC-B147-4C55-9660-0C4A83CD06CD}">
      <dgm:prSet/>
      <dgm:spPr/>
      <dgm:t>
        <a:bodyPr/>
        <a:lstStyle/>
        <a:p>
          <a:endParaRPr lang="en-US"/>
        </a:p>
      </dgm:t>
    </dgm:pt>
    <dgm:pt modelId="{8E54D929-5511-47DF-9426-042BEBEFB9D0}" type="sibTrans" cxnId="{C4B014DC-B147-4C55-9660-0C4A83CD06CD}">
      <dgm:prSet/>
      <dgm:spPr/>
      <dgm:t>
        <a:bodyPr/>
        <a:lstStyle/>
        <a:p>
          <a:endParaRPr lang="en-US"/>
        </a:p>
      </dgm:t>
    </dgm:pt>
    <dgm:pt modelId="{B37E8F3C-50E8-4473-80A3-286CFD3BF215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900">
              <a:solidFill>
                <a:srgbClr val="FFFFFF"/>
              </a:solidFill>
              <a:latin typeface="Times New Roman"/>
              <a:ea typeface="+mn-ea"/>
              <a:cs typeface="+mn-cs"/>
            </a:rPr>
            <a:t>Commercial spaces (malls, airports, railway stations)</a:t>
          </a:r>
        </a:p>
      </dgm:t>
    </dgm:pt>
    <dgm:pt modelId="{53205D51-AD46-4DE1-968C-F9F256048790}" type="parTrans" cxnId="{547EB95C-2107-425E-BB03-C4525DBCDB78}">
      <dgm:prSet/>
      <dgm:spPr/>
      <dgm:t>
        <a:bodyPr/>
        <a:lstStyle/>
        <a:p>
          <a:endParaRPr lang="en-US"/>
        </a:p>
      </dgm:t>
    </dgm:pt>
    <dgm:pt modelId="{EE10192F-42DA-4E81-BCEA-E35B2EAF9B88}" type="sibTrans" cxnId="{547EB95C-2107-425E-BB03-C4525DBCDB78}">
      <dgm:prSet/>
      <dgm:spPr/>
      <dgm:t>
        <a:bodyPr/>
        <a:lstStyle/>
        <a:p>
          <a:endParaRPr lang="en-US"/>
        </a:p>
      </dgm:t>
    </dgm:pt>
    <dgm:pt modelId="{F656FF21-04BF-4A06-BDF4-7FE8CF32F300}" type="pres">
      <dgm:prSet presAssocID="{A5F517D3-021A-428F-A443-845D3D909334}" presName="linear" presStyleCnt="0">
        <dgm:presLayoutVars>
          <dgm:animLvl val="lvl"/>
          <dgm:resizeHandles val="exact"/>
        </dgm:presLayoutVars>
      </dgm:prSet>
      <dgm:spPr/>
    </dgm:pt>
    <dgm:pt modelId="{67CD7CDC-3881-4F0A-88EE-7380332A324D}" type="pres">
      <dgm:prSet presAssocID="{F861D743-BBFD-4FEE-96A3-9F75399785A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2D5A5EE-94FB-4F21-AFD6-E980C0467E4F}" type="pres">
      <dgm:prSet presAssocID="{B41C50C2-053F-4B46-A1A3-3C6D117B44C3}" presName="spacer" presStyleCnt="0"/>
      <dgm:spPr/>
    </dgm:pt>
    <dgm:pt modelId="{36A14699-62B6-42FB-88C4-FC0D199A83F3}" type="pres">
      <dgm:prSet presAssocID="{4185917E-92C8-4F83-A3E7-C402A402B61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B288650-7831-4D36-85A7-EBCF907D2A87}" type="pres">
      <dgm:prSet presAssocID="{C8814FFC-A474-47DC-A2DB-94E972A04145}" presName="spacer" presStyleCnt="0"/>
      <dgm:spPr/>
    </dgm:pt>
    <dgm:pt modelId="{4E68B719-5E66-4C18-A241-AE1E3A7FC108}" type="pres">
      <dgm:prSet presAssocID="{EB3C1A07-9F09-4D50-8740-03CDED8661F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80D6284-7482-4339-A549-50EA06C9318E}" type="pres">
      <dgm:prSet presAssocID="{34EAADA0-7EC1-4DA6-A081-0EA43B0CB751}" presName="spacer" presStyleCnt="0"/>
      <dgm:spPr/>
    </dgm:pt>
    <dgm:pt modelId="{1BF51C56-8C4F-47C5-A2C1-458C082B3B79}" type="pres">
      <dgm:prSet presAssocID="{4E6509DA-9F1E-414F-8232-1E70D0F8436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EB76E74-FB73-45E0-8712-85F3CF5BE0CA}" type="pres">
      <dgm:prSet presAssocID="{A8768C28-B7C8-4118-9723-F107BD58D5AA}" presName="spacer" presStyleCnt="0"/>
      <dgm:spPr/>
    </dgm:pt>
    <dgm:pt modelId="{6A0B0D8A-42DE-4D22-BD6B-3377FC03CE3B}" type="pres">
      <dgm:prSet presAssocID="{0E6AD4BC-A2EA-42E9-868A-E94F49B421B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DA941A8-6E58-4632-9B3A-2F1276211703}" type="pres">
      <dgm:prSet presAssocID="{8E54D929-5511-47DF-9426-042BEBEFB9D0}" presName="spacer" presStyleCnt="0"/>
      <dgm:spPr/>
    </dgm:pt>
    <dgm:pt modelId="{A9C0DDF9-080E-4327-A697-550D1690AC00}" type="pres">
      <dgm:prSet presAssocID="{B37E8F3C-50E8-4473-80A3-286CFD3BF215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547EB95C-2107-425E-BB03-C4525DBCDB78}" srcId="{A5F517D3-021A-428F-A443-845D3D909334}" destId="{B37E8F3C-50E8-4473-80A3-286CFD3BF215}" srcOrd="5" destOrd="0" parTransId="{53205D51-AD46-4DE1-968C-F9F256048790}" sibTransId="{EE10192F-42DA-4E81-BCEA-E35B2EAF9B88}"/>
    <dgm:cxn modelId="{D77BD752-B1B1-4CFC-809C-E0415479EC5E}" type="presOf" srcId="{F861D743-BBFD-4FEE-96A3-9F75399785AE}" destId="{67CD7CDC-3881-4F0A-88EE-7380332A324D}" srcOrd="0" destOrd="0" presId="urn:microsoft.com/office/officeart/2005/8/layout/vList2"/>
    <dgm:cxn modelId="{3E72DA94-2DFA-49DE-94A0-CC034D308F30}" type="presOf" srcId="{0E6AD4BC-A2EA-42E9-868A-E94F49B421BF}" destId="{6A0B0D8A-42DE-4D22-BD6B-3377FC03CE3B}" srcOrd="0" destOrd="0" presId="urn:microsoft.com/office/officeart/2005/8/layout/vList2"/>
    <dgm:cxn modelId="{AD711998-43A7-4A6C-9122-3C67ADB7F3B6}" type="presOf" srcId="{4185917E-92C8-4F83-A3E7-C402A402B61C}" destId="{36A14699-62B6-42FB-88C4-FC0D199A83F3}" srcOrd="0" destOrd="0" presId="urn:microsoft.com/office/officeart/2005/8/layout/vList2"/>
    <dgm:cxn modelId="{CD5EC198-AADB-4509-BFE0-C449008F0991}" srcId="{A5F517D3-021A-428F-A443-845D3D909334}" destId="{4E6509DA-9F1E-414F-8232-1E70D0F84366}" srcOrd="3" destOrd="0" parTransId="{2462ACDA-10B1-46E9-A053-06C6148960AE}" sibTransId="{A8768C28-B7C8-4118-9723-F107BD58D5AA}"/>
    <dgm:cxn modelId="{4E073CA7-5F94-4B13-B4EC-B71D7CDEAEC2}" type="presOf" srcId="{4E6509DA-9F1E-414F-8232-1E70D0F84366}" destId="{1BF51C56-8C4F-47C5-A2C1-458C082B3B79}" srcOrd="0" destOrd="0" presId="urn:microsoft.com/office/officeart/2005/8/layout/vList2"/>
    <dgm:cxn modelId="{41513AB1-5CB9-4A72-8234-AD97164DB678}" type="presOf" srcId="{B37E8F3C-50E8-4473-80A3-286CFD3BF215}" destId="{A9C0DDF9-080E-4327-A697-550D1690AC00}" srcOrd="0" destOrd="0" presId="urn:microsoft.com/office/officeart/2005/8/layout/vList2"/>
    <dgm:cxn modelId="{58077AC9-8A64-4341-9B76-2A0CE7562D58}" srcId="{A5F517D3-021A-428F-A443-845D3D909334}" destId="{F861D743-BBFD-4FEE-96A3-9F75399785AE}" srcOrd="0" destOrd="0" parTransId="{9AE0A459-0ACF-48F6-A26A-78E7B7EAAFB1}" sibTransId="{B41C50C2-053F-4B46-A1A3-3C6D117B44C3}"/>
    <dgm:cxn modelId="{28DFCFD3-8D63-4816-8FAE-E64887C10D16}" srcId="{A5F517D3-021A-428F-A443-845D3D909334}" destId="{EB3C1A07-9F09-4D50-8740-03CDED8661F3}" srcOrd="2" destOrd="0" parTransId="{83AEB2AD-8B89-41A0-830B-FADBE2827A1F}" sibTransId="{34EAADA0-7EC1-4DA6-A081-0EA43B0CB751}"/>
    <dgm:cxn modelId="{C4B014DC-B147-4C55-9660-0C4A83CD06CD}" srcId="{A5F517D3-021A-428F-A443-845D3D909334}" destId="{0E6AD4BC-A2EA-42E9-868A-E94F49B421BF}" srcOrd="4" destOrd="0" parTransId="{EB32FB06-B74B-406C-A219-6D4A24B676AE}" sibTransId="{8E54D929-5511-47DF-9426-042BEBEFB9D0}"/>
    <dgm:cxn modelId="{E2E5FDF4-3147-42F8-A6E1-1DF1011CDD94}" srcId="{A5F517D3-021A-428F-A443-845D3D909334}" destId="{4185917E-92C8-4F83-A3E7-C402A402B61C}" srcOrd="1" destOrd="0" parTransId="{DF2B04C3-D74E-4C60-9F3D-2B0E58D6B366}" sibTransId="{C8814FFC-A474-47DC-A2DB-94E972A04145}"/>
    <dgm:cxn modelId="{DEDCACF7-8090-4A22-A2D1-88BE25150D10}" type="presOf" srcId="{EB3C1A07-9F09-4D50-8740-03CDED8661F3}" destId="{4E68B719-5E66-4C18-A241-AE1E3A7FC108}" srcOrd="0" destOrd="0" presId="urn:microsoft.com/office/officeart/2005/8/layout/vList2"/>
    <dgm:cxn modelId="{1DABAAF8-6E6E-44AA-A395-6BB71274268E}" type="presOf" srcId="{A5F517D3-021A-428F-A443-845D3D909334}" destId="{F656FF21-04BF-4A06-BDF4-7FE8CF32F300}" srcOrd="0" destOrd="0" presId="urn:microsoft.com/office/officeart/2005/8/layout/vList2"/>
    <dgm:cxn modelId="{F04F2AF5-0DDE-4A84-955C-0B88F5AA90BE}" type="presParOf" srcId="{F656FF21-04BF-4A06-BDF4-7FE8CF32F300}" destId="{67CD7CDC-3881-4F0A-88EE-7380332A324D}" srcOrd="0" destOrd="0" presId="urn:microsoft.com/office/officeart/2005/8/layout/vList2"/>
    <dgm:cxn modelId="{B0719F00-4F36-449A-A436-E704A1834DBF}" type="presParOf" srcId="{F656FF21-04BF-4A06-BDF4-7FE8CF32F300}" destId="{72D5A5EE-94FB-4F21-AFD6-E980C0467E4F}" srcOrd="1" destOrd="0" presId="urn:microsoft.com/office/officeart/2005/8/layout/vList2"/>
    <dgm:cxn modelId="{F9EEE5B6-B898-4C14-9330-7B4D5C6541A1}" type="presParOf" srcId="{F656FF21-04BF-4A06-BDF4-7FE8CF32F300}" destId="{36A14699-62B6-42FB-88C4-FC0D199A83F3}" srcOrd="2" destOrd="0" presId="urn:microsoft.com/office/officeart/2005/8/layout/vList2"/>
    <dgm:cxn modelId="{875C93BD-3F10-456D-9418-47E7902275B0}" type="presParOf" srcId="{F656FF21-04BF-4A06-BDF4-7FE8CF32F300}" destId="{2B288650-7831-4D36-85A7-EBCF907D2A87}" srcOrd="3" destOrd="0" presId="urn:microsoft.com/office/officeart/2005/8/layout/vList2"/>
    <dgm:cxn modelId="{43DCC91F-4F1C-4D9D-AEFB-FE5DFC3E64EF}" type="presParOf" srcId="{F656FF21-04BF-4A06-BDF4-7FE8CF32F300}" destId="{4E68B719-5E66-4C18-A241-AE1E3A7FC108}" srcOrd="4" destOrd="0" presId="urn:microsoft.com/office/officeart/2005/8/layout/vList2"/>
    <dgm:cxn modelId="{F628C918-FBD3-4F07-A28E-14CFD5C59887}" type="presParOf" srcId="{F656FF21-04BF-4A06-BDF4-7FE8CF32F300}" destId="{880D6284-7482-4339-A549-50EA06C9318E}" srcOrd="5" destOrd="0" presId="urn:microsoft.com/office/officeart/2005/8/layout/vList2"/>
    <dgm:cxn modelId="{5FF62739-B924-45A8-BEEB-9095CCE830FE}" type="presParOf" srcId="{F656FF21-04BF-4A06-BDF4-7FE8CF32F300}" destId="{1BF51C56-8C4F-47C5-A2C1-458C082B3B79}" srcOrd="6" destOrd="0" presId="urn:microsoft.com/office/officeart/2005/8/layout/vList2"/>
    <dgm:cxn modelId="{1404BD69-4016-4617-903B-0FFF557C0DEE}" type="presParOf" srcId="{F656FF21-04BF-4A06-BDF4-7FE8CF32F300}" destId="{8EB76E74-FB73-45E0-8712-85F3CF5BE0CA}" srcOrd="7" destOrd="0" presId="urn:microsoft.com/office/officeart/2005/8/layout/vList2"/>
    <dgm:cxn modelId="{33D10A31-512C-40AB-9EF7-F3FF4F7C0C17}" type="presParOf" srcId="{F656FF21-04BF-4A06-BDF4-7FE8CF32F300}" destId="{6A0B0D8A-42DE-4D22-BD6B-3377FC03CE3B}" srcOrd="8" destOrd="0" presId="urn:microsoft.com/office/officeart/2005/8/layout/vList2"/>
    <dgm:cxn modelId="{93233CF8-5685-4A4F-9BE2-6C7980A2C1B3}" type="presParOf" srcId="{F656FF21-04BF-4A06-BDF4-7FE8CF32F300}" destId="{7DA941A8-6E58-4632-9B3A-2F1276211703}" srcOrd="9" destOrd="0" presId="urn:microsoft.com/office/officeart/2005/8/layout/vList2"/>
    <dgm:cxn modelId="{D0E80E84-7439-42A5-9F75-26F35E01941D}" type="presParOf" srcId="{F656FF21-04BF-4A06-BDF4-7FE8CF32F300}" destId="{A9C0DDF9-080E-4327-A697-550D1690AC0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3CE31-9E9F-461F-839A-547B5371E3B7}">
      <dsp:nvSpPr>
        <dsp:cNvPr id="0" name=""/>
        <dsp:cNvSpPr/>
      </dsp:nvSpPr>
      <dsp:spPr>
        <a:xfrm>
          <a:off x="0" y="678"/>
          <a:ext cx="722267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E005FA-84DE-4207-8E73-3CB288089F83}">
      <dsp:nvSpPr>
        <dsp:cNvPr id="0" name=""/>
        <dsp:cNvSpPr/>
      </dsp:nvSpPr>
      <dsp:spPr>
        <a:xfrm>
          <a:off x="0" y="678"/>
          <a:ext cx="7222677" cy="1111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To Create a Smart Dustbin that automatically senses and identifies incoming waste</a:t>
          </a:r>
        </a:p>
      </dsp:txBody>
      <dsp:txXfrm>
        <a:off x="0" y="678"/>
        <a:ext cx="7222677" cy="1111773"/>
      </dsp:txXfrm>
    </dsp:sp>
    <dsp:sp modelId="{BBF38541-652D-4513-8C70-5A771D40BFA1}">
      <dsp:nvSpPr>
        <dsp:cNvPr id="0" name=""/>
        <dsp:cNvSpPr/>
      </dsp:nvSpPr>
      <dsp:spPr>
        <a:xfrm>
          <a:off x="0" y="1112452"/>
          <a:ext cx="722267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F96B1B-75C0-4F06-A51A-E0DE320AA216}">
      <dsp:nvSpPr>
        <dsp:cNvPr id="0" name=""/>
        <dsp:cNvSpPr/>
      </dsp:nvSpPr>
      <dsp:spPr>
        <a:xfrm>
          <a:off x="0" y="1112452"/>
          <a:ext cx="7222677" cy="1111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To differentiate between wet and dry waste using sensor-based detection for improved accuracy</a:t>
          </a:r>
        </a:p>
      </dsp:txBody>
      <dsp:txXfrm>
        <a:off x="0" y="1112452"/>
        <a:ext cx="7222677" cy="1111773"/>
      </dsp:txXfrm>
    </dsp:sp>
    <dsp:sp modelId="{4E9ECD52-0873-46F6-B800-B8DBEBB4F154}">
      <dsp:nvSpPr>
        <dsp:cNvPr id="0" name=""/>
        <dsp:cNvSpPr/>
      </dsp:nvSpPr>
      <dsp:spPr>
        <a:xfrm>
          <a:off x="0" y="2224226"/>
          <a:ext cx="722267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F787A-3902-4C4A-8216-C994206E203E}">
      <dsp:nvSpPr>
        <dsp:cNvPr id="0" name=""/>
        <dsp:cNvSpPr/>
      </dsp:nvSpPr>
      <dsp:spPr>
        <a:xfrm>
          <a:off x="0" y="2224226"/>
          <a:ext cx="7222677" cy="1111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To automate the segregation Process using microcontroller-controlled mechanisms</a:t>
          </a:r>
        </a:p>
      </dsp:txBody>
      <dsp:txXfrm>
        <a:off x="0" y="2224226"/>
        <a:ext cx="7222677" cy="1111773"/>
      </dsp:txXfrm>
    </dsp:sp>
    <dsp:sp modelId="{9950C1E9-8535-4C4C-B7A3-EC2C32A2871E}">
      <dsp:nvSpPr>
        <dsp:cNvPr id="0" name=""/>
        <dsp:cNvSpPr/>
      </dsp:nvSpPr>
      <dsp:spPr>
        <a:xfrm>
          <a:off x="0" y="3335999"/>
          <a:ext cx="722267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7DBB1-D83B-4D0A-9C94-C8AD6BC5DCAF}">
      <dsp:nvSpPr>
        <dsp:cNvPr id="0" name=""/>
        <dsp:cNvSpPr/>
      </dsp:nvSpPr>
      <dsp:spPr>
        <a:xfrm>
          <a:off x="0" y="3335999"/>
          <a:ext cx="7222677" cy="1111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just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To reduce human involvement handling, promoting hygiene and safety</a:t>
          </a:r>
        </a:p>
      </dsp:txBody>
      <dsp:txXfrm>
        <a:off x="0" y="3335999"/>
        <a:ext cx="7222677" cy="1111773"/>
      </dsp:txXfrm>
    </dsp:sp>
    <dsp:sp modelId="{32AB00BE-F4AA-4BDD-92F1-A822EE0893A3}">
      <dsp:nvSpPr>
        <dsp:cNvPr id="0" name=""/>
        <dsp:cNvSpPr/>
      </dsp:nvSpPr>
      <dsp:spPr>
        <a:xfrm>
          <a:off x="0" y="4447773"/>
          <a:ext cx="7222677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69BC8A-F569-4880-A70C-AA21F275439C}">
      <dsp:nvSpPr>
        <dsp:cNvPr id="0" name=""/>
        <dsp:cNvSpPr/>
      </dsp:nvSpPr>
      <dsp:spPr>
        <a:xfrm>
          <a:off x="0" y="4447773"/>
          <a:ext cx="7222677" cy="11117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To support recycling and sustainability by ensuring  proper waste categorization at the source.</a:t>
          </a:r>
        </a:p>
      </dsp:txBody>
      <dsp:txXfrm>
        <a:off x="0" y="4447773"/>
        <a:ext cx="7222677" cy="11117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E36236-D312-470C-AA9E-2A7EA04DF3D6}">
      <dsp:nvSpPr>
        <dsp:cNvPr id="0" name=""/>
        <dsp:cNvSpPr/>
      </dsp:nvSpPr>
      <dsp:spPr>
        <a:xfrm>
          <a:off x="0" y="636"/>
          <a:ext cx="427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3F6B13-5BE3-41D9-BB7D-829D632832D3}">
      <dsp:nvSpPr>
        <dsp:cNvPr id="0" name=""/>
        <dsp:cNvSpPr/>
      </dsp:nvSpPr>
      <dsp:spPr>
        <a:xfrm>
          <a:off x="0" y="636"/>
          <a:ext cx="4278929" cy="7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>
              <a:latin typeface="Corbel" panose="020B0503020204020204"/>
            </a:rPr>
            <a:t>ESP –32</a:t>
          </a:r>
        </a:p>
      </dsp:txBody>
      <dsp:txXfrm>
        <a:off x="0" y="636"/>
        <a:ext cx="4278929" cy="744429"/>
      </dsp:txXfrm>
    </dsp:sp>
    <dsp:sp modelId="{C84EE791-3EFB-443F-84F2-CE8F516EDA97}">
      <dsp:nvSpPr>
        <dsp:cNvPr id="0" name=""/>
        <dsp:cNvSpPr/>
      </dsp:nvSpPr>
      <dsp:spPr>
        <a:xfrm>
          <a:off x="0" y="745065"/>
          <a:ext cx="427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83FCB-92A0-4773-88B1-C0E349FB8E7A}">
      <dsp:nvSpPr>
        <dsp:cNvPr id="0" name=""/>
        <dsp:cNvSpPr/>
      </dsp:nvSpPr>
      <dsp:spPr>
        <a:xfrm>
          <a:off x="0" y="745065"/>
          <a:ext cx="4278929" cy="7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Soil Moisture Sensor</a:t>
          </a:r>
          <a:endParaRPr lang="en-US" sz="3400" kern="1200"/>
        </a:p>
      </dsp:txBody>
      <dsp:txXfrm>
        <a:off x="0" y="745065"/>
        <a:ext cx="4278929" cy="744429"/>
      </dsp:txXfrm>
    </dsp:sp>
    <dsp:sp modelId="{CA6D5664-B76F-4715-BAE1-39DCBD773D53}">
      <dsp:nvSpPr>
        <dsp:cNvPr id="0" name=""/>
        <dsp:cNvSpPr/>
      </dsp:nvSpPr>
      <dsp:spPr>
        <a:xfrm>
          <a:off x="0" y="1489494"/>
          <a:ext cx="427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ACCB91-1FA2-402D-8A79-5000B1F081E2}">
      <dsp:nvSpPr>
        <dsp:cNvPr id="0" name=""/>
        <dsp:cNvSpPr/>
      </dsp:nvSpPr>
      <dsp:spPr>
        <a:xfrm>
          <a:off x="0" y="1489494"/>
          <a:ext cx="4278929" cy="7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Ultrasonic Sensor </a:t>
          </a:r>
          <a:endParaRPr lang="en-US" sz="3400" kern="1200"/>
        </a:p>
      </dsp:txBody>
      <dsp:txXfrm>
        <a:off x="0" y="1489494"/>
        <a:ext cx="4278929" cy="744429"/>
      </dsp:txXfrm>
    </dsp:sp>
    <dsp:sp modelId="{A5E6C30E-B5BB-4699-8C08-35D7F2258A0E}">
      <dsp:nvSpPr>
        <dsp:cNvPr id="0" name=""/>
        <dsp:cNvSpPr/>
      </dsp:nvSpPr>
      <dsp:spPr>
        <a:xfrm>
          <a:off x="0" y="2233924"/>
          <a:ext cx="427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FBFAB5-018B-4C56-ACFE-B25FD787E789}">
      <dsp:nvSpPr>
        <dsp:cNvPr id="0" name=""/>
        <dsp:cNvSpPr/>
      </dsp:nvSpPr>
      <dsp:spPr>
        <a:xfrm>
          <a:off x="0" y="2233924"/>
          <a:ext cx="4278929" cy="7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Servo</a:t>
          </a:r>
          <a:r>
            <a:rPr lang="en-US" sz="3400" b="0" i="0" kern="1200" baseline="0"/>
            <a:t> Motor </a:t>
          </a:r>
          <a:endParaRPr lang="en-US" sz="3400" kern="1200"/>
        </a:p>
      </dsp:txBody>
      <dsp:txXfrm>
        <a:off x="0" y="2233924"/>
        <a:ext cx="4278929" cy="744429"/>
      </dsp:txXfrm>
    </dsp:sp>
    <dsp:sp modelId="{7DBABD2C-CCB8-475D-9AA0-3BAB0A103806}">
      <dsp:nvSpPr>
        <dsp:cNvPr id="0" name=""/>
        <dsp:cNvSpPr/>
      </dsp:nvSpPr>
      <dsp:spPr>
        <a:xfrm>
          <a:off x="0" y="2978353"/>
          <a:ext cx="427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902D4-6F11-44E0-AAD9-4E724C652439}">
      <dsp:nvSpPr>
        <dsp:cNvPr id="0" name=""/>
        <dsp:cNvSpPr/>
      </dsp:nvSpPr>
      <dsp:spPr>
        <a:xfrm>
          <a:off x="0" y="2978353"/>
          <a:ext cx="4278929" cy="7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Jumper Wires</a:t>
          </a:r>
          <a:endParaRPr lang="en-US" sz="3400" kern="1200"/>
        </a:p>
      </dsp:txBody>
      <dsp:txXfrm>
        <a:off x="0" y="2978353"/>
        <a:ext cx="4278929" cy="744429"/>
      </dsp:txXfrm>
    </dsp:sp>
    <dsp:sp modelId="{319954FD-FDFA-454A-ADC4-BB9B24B29BC9}">
      <dsp:nvSpPr>
        <dsp:cNvPr id="0" name=""/>
        <dsp:cNvSpPr/>
      </dsp:nvSpPr>
      <dsp:spPr>
        <a:xfrm>
          <a:off x="0" y="3722783"/>
          <a:ext cx="427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E4617-9423-412D-8A4C-322C56CF1261}">
      <dsp:nvSpPr>
        <dsp:cNvPr id="0" name=""/>
        <dsp:cNvSpPr/>
      </dsp:nvSpPr>
      <dsp:spPr>
        <a:xfrm>
          <a:off x="0" y="3722783"/>
          <a:ext cx="4278929" cy="7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Breadboard</a:t>
          </a:r>
        </a:p>
      </dsp:txBody>
      <dsp:txXfrm>
        <a:off x="0" y="3722783"/>
        <a:ext cx="4278929" cy="744429"/>
      </dsp:txXfrm>
    </dsp:sp>
    <dsp:sp modelId="{82A81971-541D-4447-BE70-33120761B1F6}">
      <dsp:nvSpPr>
        <dsp:cNvPr id="0" name=""/>
        <dsp:cNvSpPr/>
      </dsp:nvSpPr>
      <dsp:spPr>
        <a:xfrm>
          <a:off x="0" y="4467212"/>
          <a:ext cx="4278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D9990F-A802-4EE2-8155-0B2A9F9C16D6}">
      <dsp:nvSpPr>
        <dsp:cNvPr id="0" name=""/>
        <dsp:cNvSpPr/>
      </dsp:nvSpPr>
      <dsp:spPr>
        <a:xfrm>
          <a:off x="0" y="4467212"/>
          <a:ext cx="4278929" cy="7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USB Cable</a:t>
          </a:r>
          <a:endParaRPr lang="en-US" sz="3400" kern="1200"/>
        </a:p>
      </dsp:txBody>
      <dsp:txXfrm>
        <a:off x="0" y="4467212"/>
        <a:ext cx="4278929" cy="7444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539688-8333-4C77-80D0-5B20526DF4F9}">
      <dsp:nvSpPr>
        <dsp:cNvPr id="0" name=""/>
        <dsp:cNvSpPr/>
      </dsp:nvSpPr>
      <dsp:spPr>
        <a:xfrm>
          <a:off x="0" y="1977"/>
          <a:ext cx="4242233" cy="10021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1AF223-E09E-4292-9D77-ECABCEEB1C6D}">
      <dsp:nvSpPr>
        <dsp:cNvPr id="0" name=""/>
        <dsp:cNvSpPr/>
      </dsp:nvSpPr>
      <dsp:spPr>
        <a:xfrm>
          <a:off x="303141" y="227454"/>
          <a:ext cx="551165" cy="5511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8DC1C-87B8-44AD-BF9F-333735616550}">
      <dsp:nvSpPr>
        <dsp:cNvPr id="0" name=""/>
        <dsp:cNvSpPr/>
      </dsp:nvSpPr>
      <dsp:spPr>
        <a:xfrm>
          <a:off x="1157448" y="1977"/>
          <a:ext cx="3084784" cy="1002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058" tIns="106058" rIns="106058" bIns="1060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Works </a:t>
          </a:r>
          <a:r>
            <a:rPr lang="en-US" sz="2200" b="1" kern="1200"/>
            <a:t>automatically</a:t>
          </a:r>
          <a:endParaRPr lang="en-US" sz="2200" kern="1200"/>
        </a:p>
      </dsp:txBody>
      <dsp:txXfrm>
        <a:off x="1157448" y="1977"/>
        <a:ext cx="3084784" cy="1002119"/>
      </dsp:txXfrm>
    </dsp:sp>
    <dsp:sp modelId="{84158B87-80D9-41BE-B667-7D6BA6B84425}">
      <dsp:nvSpPr>
        <dsp:cNvPr id="0" name=""/>
        <dsp:cNvSpPr/>
      </dsp:nvSpPr>
      <dsp:spPr>
        <a:xfrm>
          <a:off x="0" y="1254627"/>
          <a:ext cx="4242233" cy="10021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01242D-FD6A-4045-A2D5-5D6A21836D90}">
      <dsp:nvSpPr>
        <dsp:cNvPr id="0" name=""/>
        <dsp:cNvSpPr/>
      </dsp:nvSpPr>
      <dsp:spPr>
        <a:xfrm>
          <a:off x="303141" y="1480104"/>
          <a:ext cx="551165" cy="5511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4F19EC-0878-486D-806F-B5063B081FD0}">
      <dsp:nvSpPr>
        <dsp:cNvPr id="0" name=""/>
        <dsp:cNvSpPr/>
      </dsp:nvSpPr>
      <dsp:spPr>
        <a:xfrm>
          <a:off x="1157448" y="1254627"/>
          <a:ext cx="3084784" cy="1002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058" tIns="106058" rIns="106058" bIns="1060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Keeps things </a:t>
          </a:r>
          <a:r>
            <a:rPr lang="en-US" sz="2200" b="1" kern="1200"/>
            <a:t>clean and hygienic</a:t>
          </a:r>
          <a:endParaRPr lang="en-US" sz="2200" kern="1200"/>
        </a:p>
      </dsp:txBody>
      <dsp:txXfrm>
        <a:off x="1157448" y="1254627"/>
        <a:ext cx="3084784" cy="1002119"/>
      </dsp:txXfrm>
    </dsp:sp>
    <dsp:sp modelId="{48E7034F-4E54-41D3-A55B-D6ADB517E5AB}">
      <dsp:nvSpPr>
        <dsp:cNvPr id="0" name=""/>
        <dsp:cNvSpPr/>
      </dsp:nvSpPr>
      <dsp:spPr>
        <a:xfrm>
          <a:off x="0" y="2525756"/>
          <a:ext cx="4242233" cy="10021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AF0CEA-894C-4FAC-AA34-F92FE02CC322}">
      <dsp:nvSpPr>
        <dsp:cNvPr id="0" name=""/>
        <dsp:cNvSpPr/>
      </dsp:nvSpPr>
      <dsp:spPr>
        <a:xfrm>
          <a:off x="303141" y="2732753"/>
          <a:ext cx="551165" cy="5511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A7359-7DB9-4C6D-B2BB-792AA050376B}">
      <dsp:nvSpPr>
        <dsp:cNvPr id="0" name=""/>
        <dsp:cNvSpPr/>
      </dsp:nvSpPr>
      <dsp:spPr>
        <a:xfrm>
          <a:off x="1157448" y="2507276"/>
          <a:ext cx="3084784" cy="1002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058" tIns="106058" rIns="106058" bIns="1060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Saves </a:t>
          </a:r>
          <a:r>
            <a:rPr lang="en-US" sz="2200" b="1" kern="1200"/>
            <a:t>time and effort</a:t>
          </a:r>
          <a:endParaRPr lang="en-US" sz="2200" kern="1200"/>
        </a:p>
      </dsp:txBody>
      <dsp:txXfrm>
        <a:off x="1157448" y="2507276"/>
        <a:ext cx="3084784" cy="1002119"/>
      </dsp:txXfrm>
    </dsp:sp>
    <dsp:sp modelId="{1CA888B5-CC0C-4F6A-9347-23FB7DF10E97}">
      <dsp:nvSpPr>
        <dsp:cNvPr id="0" name=""/>
        <dsp:cNvSpPr/>
      </dsp:nvSpPr>
      <dsp:spPr>
        <a:xfrm>
          <a:off x="0" y="3759926"/>
          <a:ext cx="4242233" cy="100211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7583C7-D246-4C40-B682-CCED0A51589D}">
      <dsp:nvSpPr>
        <dsp:cNvPr id="0" name=""/>
        <dsp:cNvSpPr/>
      </dsp:nvSpPr>
      <dsp:spPr>
        <a:xfrm>
          <a:off x="303141" y="3985403"/>
          <a:ext cx="551165" cy="55116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BE8CAE-8790-403C-9C48-10418694B1D9}">
      <dsp:nvSpPr>
        <dsp:cNvPr id="0" name=""/>
        <dsp:cNvSpPr/>
      </dsp:nvSpPr>
      <dsp:spPr>
        <a:xfrm>
          <a:off x="1157448" y="3759926"/>
          <a:ext cx="3084784" cy="1002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058" tIns="106058" rIns="106058" bIns="1060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Helps in </a:t>
          </a:r>
          <a:r>
            <a:rPr lang="en-US" sz="2200" b="1" kern="1200"/>
            <a:t>recycling waste</a:t>
          </a:r>
          <a:endParaRPr lang="en-US" sz="2200" kern="1200"/>
        </a:p>
      </dsp:txBody>
      <dsp:txXfrm>
        <a:off x="1157448" y="3759926"/>
        <a:ext cx="3084784" cy="10021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CD7CDC-3881-4F0A-88EE-7380332A324D}">
      <dsp:nvSpPr>
        <dsp:cNvPr id="0" name=""/>
        <dsp:cNvSpPr/>
      </dsp:nvSpPr>
      <dsp:spPr>
        <a:xfrm>
          <a:off x="0" y="29355"/>
          <a:ext cx="8612423" cy="68496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rgbClr val="FFFFFF"/>
              </a:solidFill>
              <a:latin typeface="Times New Roman"/>
              <a:ea typeface="+mn-ea"/>
              <a:cs typeface="+mn-cs"/>
            </a:rPr>
            <a:t>Schools, colleges, and offices</a:t>
          </a:r>
        </a:p>
      </dsp:txBody>
      <dsp:txXfrm>
        <a:off x="33437" y="62792"/>
        <a:ext cx="8545549" cy="618087"/>
      </dsp:txXfrm>
    </dsp:sp>
    <dsp:sp modelId="{36A14699-62B6-42FB-88C4-FC0D199A83F3}">
      <dsp:nvSpPr>
        <dsp:cNvPr id="0" name=""/>
        <dsp:cNvSpPr/>
      </dsp:nvSpPr>
      <dsp:spPr>
        <a:xfrm>
          <a:off x="0" y="797837"/>
          <a:ext cx="8612423" cy="68496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solidFill>
                <a:srgbClr val="FFFFFF"/>
              </a:solidFill>
              <a:latin typeface="Times New Roman"/>
              <a:ea typeface="+mn-ea"/>
              <a:cs typeface="+mn-cs"/>
            </a:rPr>
            <a:t>Smart cities and public places</a:t>
          </a:r>
        </a:p>
      </dsp:txBody>
      <dsp:txXfrm>
        <a:off x="33437" y="831274"/>
        <a:ext cx="8545549" cy="618087"/>
      </dsp:txXfrm>
    </dsp:sp>
    <dsp:sp modelId="{4E68B719-5E66-4C18-A241-AE1E3A7FC108}">
      <dsp:nvSpPr>
        <dsp:cNvPr id="0" name=""/>
        <dsp:cNvSpPr/>
      </dsp:nvSpPr>
      <dsp:spPr>
        <a:xfrm>
          <a:off x="0" y="1566319"/>
          <a:ext cx="8612423" cy="68496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solidFill>
                <a:srgbClr val="FFFFFF"/>
              </a:solidFill>
              <a:latin typeface="Times New Roman"/>
              <a:ea typeface="+mn-ea"/>
              <a:cs typeface="+mn-cs"/>
            </a:rPr>
            <a:t>Industrial waste management</a:t>
          </a:r>
        </a:p>
      </dsp:txBody>
      <dsp:txXfrm>
        <a:off x="33437" y="1599756"/>
        <a:ext cx="8545549" cy="618087"/>
      </dsp:txXfrm>
    </dsp:sp>
    <dsp:sp modelId="{1BF51C56-8C4F-47C5-A2C1-458C082B3B79}">
      <dsp:nvSpPr>
        <dsp:cNvPr id="0" name=""/>
        <dsp:cNvSpPr/>
      </dsp:nvSpPr>
      <dsp:spPr>
        <a:xfrm>
          <a:off x="0" y="2334801"/>
          <a:ext cx="8612423" cy="68496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solidFill>
                <a:srgbClr val="FFFFFF"/>
              </a:solidFill>
              <a:latin typeface="Times New Roman"/>
              <a:ea typeface="+mn-ea"/>
              <a:cs typeface="+mn-cs"/>
            </a:rPr>
            <a:t>Municipality waste management</a:t>
          </a:r>
        </a:p>
      </dsp:txBody>
      <dsp:txXfrm>
        <a:off x="33437" y="2368238"/>
        <a:ext cx="8545549" cy="618087"/>
      </dsp:txXfrm>
    </dsp:sp>
    <dsp:sp modelId="{6A0B0D8A-42DE-4D22-BD6B-3377FC03CE3B}">
      <dsp:nvSpPr>
        <dsp:cNvPr id="0" name=""/>
        <dsp:cNvSpPr/>
      </dsp:nvSpPr>
      <dsp:spPr>
        <a:xfrm>
          <a:off x="0" y="3103283"/>
          <a:ext cx="8612423" cy="684961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solidFill>
                <a:srgbClr val="FFFFFF"/>
              </a:solidFill>
              <a:latin typeface="Times New Roman"/>
              <a:ea typeface="+mn-ea"/>
              <a:cs typeface="+mn-cs"/>
            </a:rPr>
            <a:t>Hospitals and healthcare facilities</a:t>
          </a:r>
        </a:p>
      </dsp:txBody>
      <dsp:txXfrm>
        <a:off x="33437" y="3136720"/>
        <a:ext cx="8545549" cy="618087"/>
      </dsp:txXfrm>
    </dsp:sp>
    <dsp:sp modelId="{A9C0DDF9-080E-4327-A697-550D1690AC00}">
      <dsp:nvSpPr>
        <dsp:cNvPr id="0" name=""/>
        <dsp:cNvSpPr/>
      </dsp:nvSpPr>
      <dsp:spPr>
        <a:xfrm>
          <a:off x="0" y="3871765"/>
          <a:ext cx="8612423" cy="68496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solidFill>
                <a:srgbClr val="FFFFFF"/>
              </a:solidFill>
              <a:latin typeface="Times New Roman"/>
              <a:ea typeface="+mn-ea"/>
              <a:cs typeface="+mn-cs"/>
            </a:rPr>
            <a:t>Commercial spaces (malls, airports, railway stations)</a:t>
          </a:r>
        </a:p>
      </dsp:txBody>
      <dsp:txXfrm>
        <a:off x="33437" y="3905202"/>
        <a:ext cx="8545549" cy="6180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966A93-8B04-4517-A859-2C3B2BD7BE0C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7CF76-F8C2-4836-9502-A8F0B8824B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089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7CF76-F8C2-4836-9502-A8F0B8824B4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745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7CF76-F8C2-4836-9502-A8F0B8824B4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3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07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3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88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22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27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82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09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01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4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0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1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696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43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6466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37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071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61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28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  <p:sldLayoutId id="214748384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19C08-4943-C813-BF46-63F06BFEF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244" y="2443326"/>
            <a:ext cx="9333452" cy="486561"/>
          </a:xfrm>
        </p:spPr>
        <p:txBody>
          <a:bodyPr>
            <a:noAutofit/>
          </a:bodyPr>
          <a:lstStyle/>
          <a:p>
            <a:r>
              <a:rPr lang="en-US" sz="2800">
                <a:latin typeface="Times New Roman"/>
                <a:cs typeface="Times New Roman"/>
              </a:rPr>
              <a:t>ECA4752 Principles Of Digital System Design For Memory</a:t>
            </a:r>
            <a:endParaRPr lang="en-IN" sz="280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03FA2C-3A45-CBFB-7C04-2FF3CE29F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" y="1412"/>
            <a:ext cx="12191600" cy="18400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2DBB71-844B-06F8-1AD2-CECA57D35977}"/>
              </a:ext>
            </a:extLst>
          </p:cNvPr>
          <p:cNvSpPr txBox="1"/>
          <p:nvPr/>
        </p:nvSpPr>
        <p:spPr>
          <a:xfrm>
            <a:off x="-881" y="3531765"/>
            <a:ext cx="12203756" cy="954107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500" b="1" dirty="0">
                <a:latin typeface="Times New Roman"/>
                <a:cs typeface="Times New Roman"/>
              </a:rPr>
              <a:t>D</a:t>
            </a:r>
            <a:r>
              <a:rPr lang="en-US" sz="2800" b="1" dirty="0">
                <a:latin typeface="Times New Roman"/>
                <a:cs typeface="Times New Roman"/>
              </a:rPr>
              <a:t>ESIGN AND IMPLEMENTATION OF AN AUTOMATIC SMART WASTE SEGREGATION DUSTBIN FOR WET AND DRY WASTE </a:t>
            </a:r>
            <a:endParaRPr lang="en-IN" sz="2800" b="1" dirty="0"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80957C-280E-4690-BFF2-6D73B50175A4}"/>
              </a:ext>
            </a:extLst>
          </p:cNvPr>
          <p:cNvSpPr txBox="1"/>
          <p:nvPr/>
        </p:nvSpPr>
        <p:spPr>
          <a:xfrm>
            <a:off x="239705" y="4942832"/>
            <a:ext cx="2632888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latin typeface="Times New Roman"/>
                <a:ea typeface="+mn-lt"/>
                <a:cs typeface="+mn-lt"/>
              </a:rPr>
              <a:t>Guided By :</a:t>
            </a:r>
            <a:endParaRPr lang="en-US" sz="2000" b="1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Dr. M.Subalatha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Dr. Dinokuma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CBF54C-F89F-61DE-6113-61D5B688DAFF}"/>
              </a:ext>
            </a:extLst>
          </p:cNvPr>
          <p:cNvSpPr txBox="1"/>
          <p:nvPr/>
        </p:nvSpPr>
        <p:spPr>
          <a:xfrm>
            <a:off x="8365894" y="4944991"/>
            <a:ext cx="3473080" cy="12311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Presented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Chethrika Sri.K (192511112)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Kaviya. G (192524281)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Subhalakshmi (192524352)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29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488BA-AC69-BB3D-F3AE-08D05FD01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399" y="9660"/>
            <a:ext cx="7345891" cy="10382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5AD432-7E84-818B-AB18-EA39FA8E97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591" r="32171" b="5"/>
          <a:stretch>
            <a:fillRect/>
          </a:stretch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C85C8B-931A-6817-A40F-270CCFB7B46E}"/>
              </a:ext>
            </a:extLst>
          </p:cNvPr>
          <p:cNvSpPr txBox="1"/>
          <p:nvPr/>
        </p:nvSpPr>
        <p:spPr>
          <a:xfrm>
            <a:off x="3843867" y="1050821"/>
            <a:ext cx="7659156" cy="5480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457200" indent="-457200" algn="just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Waste generation has been increasing rapidly due to urbanization, population growth, and lifestyle changes.</a:t>
            </a:r>
            <a:endParaRPr lang="en-US" sz="2400"/>
          </a:p>
          <a:p>
            <a:pPr marL="457200" indent="-457200" algn="just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Effective waste management begins with proper segregation of waste into categories such as wet (biodegradable) and dry (non-biodegradable).</a:t>
            </a:r>
          </a:p>
          <a:p>
            <a:pPr marL="457200" indent="-457200" algn="just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 In many places, segregation is still performed manually, which is inefficient, unhygienic, and prone to human error. </a:t>
            </a:r>
          </a:p>
          <a:p>
            <a:pPr marL="457200" indent="-457200" algn="just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Lack of proper segregation leads to pollution, increased landfill waste, and difficulties in recycling processes.</a:t>
            </a:r>
          </a:p>
          <a:p>
            <a:pPr marL="457200" indent="-457200" algn="just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 To address these challenges, an automatic waste segregation system provides a smart, efficient, and user-friendly solution.</a:t>
            </a:r>
          </a:p>
        </p:txBody>
      </p:sp>
    </p:spTree>
    <p:extLst>
      <p:ext uri="{BB962C8B-B14F-4D97-AF65-F5344CB8AC3E}">
        <p14:creationId xmlns:p14="http://schemas.microsoft.com/office/powerpoint/2010/main" val="1904345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774D-189C-DEE2-C5A4-4F0BBB4EA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429" y="1265349"/>
            <a:ext cx="2639962" cy="5105400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OBJECTIVE</a:t>
            </a:r>
          </a:p>
          <a:p>
            <a:endParaRPr lang="en-US" sz="31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4EDA44-BAC0-861C-986B-55E557F56A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5145603"/>
              </p:ext>
            </p:extLst>
          </p:nvPr>
        </p:nvGraphicFramePr>
        <p:xfrm>
          <a:off x="4580855" y="628073"/>
          <a:ext cx="7222677" cy="55602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49775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0CC71-6ADE-24C8-347A-7B745D8F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07258"/>
            <a:ext cx="7290978" cy="840658"/>
          </a:xfrm>
        </p:spPr>
        <p:txBody>
          <a:bodyPr>
            <a:normAutofit/>
          </a:bodyPr>
          <a:lstStyle/>
          <a:p>
            <a:r>
              <a:rPr lang="en-US" sz="2400" b="1">
                <a:latin typeface="Times New Roman"/>
                <a:cs typeface="Times New Roman"/>
              </a:rPr>
              <a:t>LITERATURE SURVERY</a:t>
            </a:r>
            <a:endParaRPr lang="en-IN" sz="2400" b="1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23E0B-3D5A-D96D-84FF-119BC2ED5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348509"/>
            <a:ext cx="6283471" cy="512618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just">
              <a:lnSpc>
                <a:spcPct val="90000"/>
              </a:lnSpc>
            </a:pPr>
            <a:r>
              <a:rPr lang="en-US" sz="2800" dirty="0">
                <a:latin typeface="Times New Roman"/>
                <a:cs typeface="Times New Roman"/>
              </a:rPr>
              <a:t>Studies show that most people do not separate waste, which makes recycling difficult and increases pollution.</a:t>
            </a:r>
            <a:endParaRPr lang="en-US" sz="2800" dirty="0"/>
          </a:p>
          <a:p>
            <a:pPr algn="just">
              <a:lnSpc>
                <a:spcPct val="90000"/>
              </a:lnSpc>
            </a:pPr>
            <a:r>
              <a:rPr lang="en-US" sz="2800" dirty="0">
                <a:latin typeface="Times New Roman"/>
                <a:cs typeface="Times New Roman"/>
              </a:rPr>
              <a:t>Researchers used sensors like moisture sensors in earlier systems to detect wet waste automatically.</a:t>
            </a:r>
          </a:p>
          <a:p>
            <a:pPr algn="just">
              <a:lnSpc>
                <a:spcPct val="90000"/>
              </a:lnSpc>
            </a:pPr>
            <a:r>
              <a:rPr lang="en-US" sz="2800" dirty="0">
                <a:latin typeface="Times New Roman"/>
                <a:cs typeface="Times New Roman"/>
              </a:rPr>
              <a:t>Many projects used microcontrollers (like ESP-32) to control motors and separate waste into different bins.</a:t>
            </a:r>
          </a:p>
          <a:p>
            <a:pPr algn="just">
              <a:lnSpc>
                <a:spcPct val="90000"/>
              </a:lnSpc>
            </a:pPr>
            <a:r>
              <a:rPr lang="en-US" sz="2800" dirty="0">
                <a:latin typeface="Times New Roman"/>
                <a:cs typeface="Times New Roman"/>
              </a:rPr>
              <a:t>Previous models proved that automatic segregation reduces manual handling, improving cleanliness and safety.</a:t>
            </a:r>
          </a:p>
          <a:p>
            <a:pPr algn="just">
              <a:lnSpc>
                <a:spcPct val="90000"/>
              </a:lnSpc>
            </a:pPr>
            <a:endParaRPr lang="en-IN" sz="2000" dirty="0"/>
          </a:p>
        </p:txBody>
      </p:sp>
      <p:pic>
        <p:nvPicPr>
          <p:cNvPr id="1026" name="Picture 2" descr="ESP32_1 - Electronics-Lab.com">
            <a:extLst>
              <a:ext uri="{FF2B5EF4-FFF2-40B4-BE49-F238E27FC236}">
                <a16:creationId xmlns:a16="http://schemas.microsoft.com/office/drawing/2014/main" id="{32A77B0C-3472-7B87-016D-E52E9C670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802" y="1348509"/>
            <a:ext cx="3759198" cy="4608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2169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9C7B9-915A-DBD3-6FB8-2B296AD50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4436" y="186776"/>
            <a:ext cx="4765964" cy="1022926"/>
          </a:xfrm>
        </p:spPr>
        <p:txBody>
          <a:bodyPr>
            <a:normAutofit fontScale="90000"/>
          </a:bodyPr>
          <a:lstStyle/>
          <a:p>
            <a:pPr algn="l"/>
            <a:r>
              <a:rPr lang="en-IN" sz="3200" b="1" dirty="0">
                <a:latin typeface="Times New Roman"/>
                <a:cs typeface="Times New Roman"/>
              </a:rPr>
              <a:t>PROBLEM STATEMENT</a:t>
            </a:r>
            <a:endParaRPr lang="en-IN" sz="3200" dirty="0">
              <a:latin typeface="Times New Roman"/>
              <a:cs typeface="Times New Roman"/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61EC4826-D283-E2D5-C5E1-B25696C949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22764" y="1310150"/>
            <a:ext cx="9291782" cy="512759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just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People throw dry and wet waste together without any separation.</a:t>
            </a:r>
            <a:endParaRPr lang="en-US" sz="2800" dirty="0">
              <a:latin typeface="Times New Roman"/>
              <a:cs typeface="Times New Roman"/>
            </a:endParaRPr>
          </a:p>
          <a:p>
            <a:pPr algn="just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Mixed waste becomes difficult to recycle and increases pollution.</a:t>
            </a:r>
            <a:endParaRPr lang="en-US" altLang="en-US" sz="28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algn="just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Manual segregation is unhygienic and risky for </a:t>
            </a:r>
            <a:r>
              <a:rPr lang="en-US" altLang="en-US" sz="2800" dirty="0">
                <a:latin typeface="Times New Roman"/>
                <a:cs typeface="Times New Roman"/>
              </a:rPr>
              <a:t>waste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 workers.</a:t>
            </a:r>
            <a:endParaRPr lang="en-US" altLang="en-US" sz="28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algn="just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Normal dustbins cannot identify whether the waste is dry or wet.</a:t>
            </a:r>
            <a:endParaRPr lang="en-US" altLang="en-US" sz="28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algn="just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Times New Roman"/>
                <a:cs typeface="Times New Roman"/>
              </a:rPr>
              <a:t>There is a need for an automatic system that separates waste at the source.</a:t>
            </a:r>
            <a:endParaRPr lang="en-US" altLang="en-US" sz="28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3619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7ED1-1AE8-7B40-F5A3-DF5D8CD72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6475863" cy="871846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Futura Bold"/>
              </a:rPr>
              <a:t>Components Required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Futura Bold"/>
              </a:rPr>
            </a:b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Rectangle 14">
            <a:extLst>
              <a:ext uri="{FF2B5EF4-FFF2-40B4-BE49-F238E27FC236}">
                <a16:creationId xmlns:a16="http://schemas.microsoft.com/office/drawing/2014/main" id="{969C98F0-BB90-65A6-FF3C-919D9B6F02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5811430"/>
              </p:ext>
            </p:extLst>
          </p:nvPr>
        </p:nvGraphicFramePr>
        <p:xfrm>
          <a:off x="1484310" y="1261753"/>
          <a:ext cx="4278929" cy="52122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AutoShape 16">
            <a:extLst>
              <a:ext uri="{FF2B5EF4-FFF2-40B4-BE49-F238E27FC236}">
                <a16:creationId xmlns:a16="http://schemas.microsoft.com/office/drawing/2014/main" id="{EA44E274-49EC-DDBB-C672-C9BC58491C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E0326A0-B20C-291F-DD94-AB955621B263}"/>
              </a:ext>
            </a:extLst>
          </p:cNvPr>
          <p:cNvGrpSpPr/>
          <p:nvPr/>
        </p:nvGrpSpPr>
        <p:grpSpPr>
          <a:xfrm>
            <a:off x="6775704" y="1792224"/>
            <a:ext cx="4837176" cy="4123944"/>
            <a:chOff x="6104" y="4366"/>
            <a:chExt cx="8256516" cy="6982158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2D55ABB7-1AA8-C4EC-B77D-A1FEF63685C2}"/>
                </a:ext>
              </a:extLst>
            </p:cNvPr>
            <p:cNvSpPr/>
            <p:nvPr/>
          </p:nvSpPr>
          <p:spPr>
            <a:xfrm>
              <a:off x="6104" y="4366"/>
              <a:ext cx="8256516" cy="6982158"/>
            </a:xfrm>
            <a:custGeom>
              <a:avLst/>
              <a:gdLst/>
              <a:ahLst/>
              <a:cxnLst/>
              <a:rect l="l" t="t" r="r" b="b"/>
              <a:pathLst>
                <a:path w="8256516" h="6982158">
                  <a:moveTo>
                    <a:pt x="8256516" y="6178248"/>
                  </a:moveTo>
                  <a:cubicBezTo>
                    <a:pt x="8252071" y="4433903"/>
                    <a:pt x="8199111" y="2075640"/>
                    <a:pt x="8199111" y="335740"/>
                  </a:cubicBezTo>
                  <a:cubicBezTo>
                    <a:pt x="8199111" y="309197"/>
                    <a:pt x="8203557" y="282781"/>
                    <a:pt x="8203557" y="260683"/>
                  </a:cubicBezTo>
                  <a:cubicBezTo>
                    <a:pt x="8199111" y="256238"/>
                    <a:pt x="8194667" y="256238"/>
                    <a:pt x="8190348" y="251793"/>
                  </a:cubicBezTo>
                  <a:cubicBezTo>
                    <a:pt x="8190348" y="251793"/>
                    <a:pt x="8185904" y="256238"/>
                    <a:pt x="8185904" y="260683"/>
                  </a:cubicBezTo>
                  <a:cubicBezTo>
                    <a:pt x="8177014" y="282781"/>
                    <a:pt x="8159360" y="282781"/>
                    <a:pt x="8141708" y="282781"/>
                  </a:cubicBezTo>
                  <a:cubicBezTo>
                    <a:pt x="8119609" y="278336"/>
                    <a:pt x="8097511" y="256238"/>
                    <a:pt x="8071096" y="265128"/>
                  </a:cubicBezTo>
                  <a:cubicBezTo>
                    <a:pt x="8062206" y="269573"/>
                    <a:pt x="8044553" y="260683"/>
                    <a:pt x="8040234" y="251920"/>
                  </a:cubicBezTo>
                  <a:cubicBezTo>
                    <a:pt x="8027027" y="234267"/>
                    <a:pt x="8009373" y="234267"/>
                    <a:pt x="7991721" y="243030"/>
                  </a:cubicBezTo>
                  <a:cubicBezTo>
                    <a:pt x="7982831" y="247475"/>
                    <a:pt x="7974068" y="243030"/>
                    <a:pt x="7965178" y="243030"/>
                  </a:cubicBezTo>
                  <a:cubicBezTo>
                    <a:pt x="7951970" y="243030"/>
                    <a:pt x="7934317" y="238585"/>
                    <a:pt x="7920982" y="234140"/>
                  </a:cubicBezTo>
                  <a:cubicBezTo>
                    <a:pt x="7916536" y="234140"/>
                    <a:pt x="7907773" y="229695"/>
                    <a:pt x="7903329" y="229695"/>
                  </a:cubicBezTo>
                  <a:cubicBezTo>
                    <a:pt x="7890121" y="225250"/>
                    <a:pt x="7876785" y="212042"/>
                    <a:pt x="7863578" y="229695"/>
                  </a:cubicBezTo>
                  <a:cubicBezTo>
                    <a:pt x="7863578" y="229695"/>
                    <a:pt x="7854688" y="229695"/>
                    <a:pt x="7850370" y="225250"/>
                  </a:cubicBezTo>
                  <a:cubicBezTo>
                    <a:pt x="7845924" y="216360"/>
                    <a:pt x="7841480" y="203152"/>
                    <a:pt x="7837161" y="194389"/>
                  </a:cubicBezTo>
                  <a:cubicBezTo>
                    <a:pt x="7828272" y="181181"/>
                    <a:pt x="7828272" y="159083"/>
                    <a:pt x="7815064" y="150193"/>
                  </a:cubicBezTo>
                  <a:cubicBezTo>
                    <a:pt x="7806173" y="145748"/>
                    <a:pt x="7801856" y="141303"/>
                    <a:pt x="7797410" y="132540"/>
                  </a:cubicBezTo>
                  <a:cubicBezTo>
                    <a:pt x="7797410" y="128095"/>
                    <a:pt x="7788521" y="123650"/>
                    <a:pt x="7788521" y="119332"/>
                  </a:cubicBezTo>
                  <a:lnTo>
                    <a:pt x="7775186" y="105997"/>
                  </a:lnTo>
                  <a:cubicBezTo>
                    <a:pt x="7770741" y="97107"/>
                    <a:pt x="7766296" y="83899"/>
                    <a:pt x="7757533" y="79454"/>
                  </a:cubicBezTo>
                  <a:cubicBezTo>
                    <a:pt x="7739880" y="66246"/>
                    <a:pt x="7735435" y="48593"/>
                    <a:pt x="7744325" y="26495"/>
                  </a:cubicBezTo>
                  <a:cubicBezTo>
                    <a:pt x="7731118" y="22050"/>
                    <a:pt x="7722227" y="13287"/>
                    <a:pt x="7709019" y="13287"/>
                  </a:cubicBezTo>
                  <a:cubicBezTo>
                    <a:pt x="7656060" y="17732"/>
                    <a:pt x="7598656" y="26495"/>
                    <a:pt x="7545570" y="30940"/>
                  </a:cubicBezTo>
                  <a:cubicBezTo>
                    <a:pt x="7536680" y="30940"/>
                    <a:pt x="7523472" y="35385"/>
                    <a:pt x="7519027" y="39830"/>
                  </a:cubicBezTo>
                  <a:cubicBezTo>
                    <a:pt x="7483721" y="61928"/>
                    <a:pt x="7448415" y="44275"/>
                    <a:pt x="7412982" y="39830"/>
                  </a:cubicBezTo>
                  <a:cubicBezTo>
                    <a:pt x="7386439" y="39830"/>
                    <a:pt x="7360023" y="26622"/>
                    <a:pt x="7333480" y="22177"/>
                  </a:cubicBezTo>
                  <a:cubicBezTo>
                    <a:pt x="7302619" y="17732"/>
                    <a:pt x="7276076" y="22177"/>
                    <a:pt x="7245215" y="17732"/>
                  </a:cubicBezTo>
                  <a:cubicBezTo>
                    <a:pt x="7240770" y="17732"/>
                    <a:pt x="7236325" y="13287"/>
                    <a:pt x="7232007" y="8842"/>
                  </a:cubicBezTo>
                  <a:cubicBezTo>
                    <a:pt x="7223118" y="-4366"/>
                    <a:pt x="7205464" y="-48"/>
                    <a:pt x="7196701" y="4397"/>
                  </a:cubicBezTo>
                  <a:cubicBezTo>
                    <a:pt x="7183493" y="13287"/>
                    <a:pt x="7179048" y="26495"/>
                    <a:pt x="7170158" y="39703"/>
                  </a:cubicBezTo>
                  <a:cubicBezTo>
                    <a:pt x="7148060" y="44148"/>
                    <a:pt x="7117199" y="48593"/>
                    <a:pt x="7095101" y="61801"/>
                  </a:cubicBezTo>
                  <a:cubicBezTo>
                    <a:pt x="7077448" y="70691"/>
                    <a:pt x="7068558" y="75009"/>
                    <a:pt x="7055350" y="66246"/>
                  </a:cubicBezTo>
                  <a:lnTo>
                    <a:pt x="7050905" y="70691"/>
                  </a:lnTo>
                  <a:cubicBezTo>
                    <a:pt x="7059795" y="79581"/>
                    <a:pt x="7064113" y="92789"/>
                    <a:pt x="7073003" y="101552"/>
                  </a:cubicBezTo>
                  <a:cubicBezTo>
                    <a:pt x="7059795" y="105997"/>
                    <a:pt x="7042143" y="114760"/>
                    <a:pt x="7033252" y="110442"/>
                  </a:cubicBezTo>
                  <a:cubicBezTo>
                    <a:pt x="7011154" y="105997"/>
                    <a:pt x="7002391" y="114887"/>
                    <a:pt x="6984738" y="123650"/>
                  </a:cubicBezTo>
                  <a:cubicBezTo>
                    <a:pt x="6967085" y="136858"/>
                    <a:pt x="6944987" y="145748"/>
                    <a:pt x="6927334" y="154511"/>
                  </a:cubicBezTo>
                  <a:cubicBezTo>
                    <a:pt x="6922889" y="154511"/>
                    <a:pt x="6918444" y="154511"/>
                    <a:pt x="6914126" y="150066"/>
                  </a:cubicBezTo>
                  <a:cubicBezTo>
                    <a:pt x="6909681" y="150066"/>
                    <a:pt x="6905236" y="145621"/>
                    <a:pt x="6905236" y="145621"/>
                  </a:cubicBezTo>
                  <a:cubicBezTo>
                    <a:pt x="6883138" y="154511"/>
                    <a:pt x="6861040" y="163274"/>
                    <a:pt x="6838943" y="154511"/>
                  </a:cubicBezTo>
                  <a:cubicBezTo>
                    <a:pt x="6834497" y="154511"/>
                    <a:pt x="6834497" y="158956"/>
                    <a:pt x="6830052" y="158956"/>
                  </a:cubicBezTo>
                  <a:cubicBezTo>
                    <a:pt x="6803509" y="167846"/>
                    <a:pt x="6785856" y="198707"/>
                    <a:pt x="6750550" y="198707"/>
                  </a:cubicBezTo>
                  <a:cubicBezTo>
                    <a:pt x="6724007" y="198707"/>
                    <a:pt x="6697591" y="220805"/>
                    <a:pt x="6671048" y="220805"/>
                  </a:cubicBezTo>
                  <a:cubicBezTo>
                    <a:pt x="6640187" y="225250"/>
                    <a:pt x="6613644" y="234013"/>
                    <a:pt x="6587101" y="247348"/>
                  </a:cubicBezTo>
                  <a:cubicBezTo>
                    <a:pt x="6578211" y="251793"/>
                    <a:pt x="6569448" y="251793"/>
                    <a:pt x="6565003" y="251793"/>
                  </a:cubicBezTo>
                  <a:cubicBezTo>
                    <a:pt x="6542905" y="242903"/>
                    <a:pt x="6529697" y="256238"/>
                    <a:pt x="6520807" y="269446"/>
                  </a:cubicBezTo>
                  <a:cubicBezTo>
                    <a:pt x="6498709" y="300307"/>
                    <a:pt x="6463403" y="309197"/>
                    <a:pt x="6432542" y="318087"/>
                  </a:cubicBezTo>
                  <a:cubicBezTo>
                    <a:pt x="6392791" y="326977"/>
                    <a:pt x="6353040" y="331295"/>
                    <a:pt x="6313289" y="335740"/>
                  </a:cubicBezTo>
                  <a:cubicBezTo>
                    <a:pt x="6308844" y="335740"/>
                    <a:pt x="6304399" y="348948"/>
                    <a:pt x="6295636" y="353393"/>
                  </a:cubicBezTo>
                  <a:cubicBezTo>
                    <a:pt x="6291191" y="353393"/>
                    <a:pt x="6286746" y="348948"/>
                    <a:pt x="6286746" y="348948"/>
                  </a:cubicBezTo>
                  <a:cubicBezTo>
                    <a:pt x="6264648" y="375491"/>
                    <a:pt x="6251440" y="415242"/>
                    <a:pt x="6207244" y="410797"/>
                  </a:cubicBezTo>
                  <a:lnTo>
                    <a:pt x="6202799" y="410797"/>
                  </a:lnTo>
                  <a:cubicBezTo>
                    <a:pt x="6167493" y="432895"/>
                    <a:pt x="6132187" y="424005"/>
                    <a:pt x="6101199" y="415242"/>
                  </a:cubicBezTo>
                  <a:cubicBezTo>
                    <a:pt x="6092309" y="415242"/>
                    <a:pt x="6079101" y="406352"/>
                    <a:pt x="6074656" y="397589"/>
                  </a:cubicBezTo>
                  <a:cubicBezTo>
                    <a:pt x="6061448" y="371046"/>
                    <a:pt x="6026142" y="362283"/>
                    <a:pt x="5999599" y="371046"/>
                  </a:cubicBezTo>
                  <a:cubicBezTo>
                    <a:pt x="5977501" y="379936"/>
                    <a:pt x="5955403" y="384254"/>
                    <a:pt x="5933305" y="393144"/>
                  </a:cubicBezTo>
                  <a:cubicBezTo>
                    <a:pt x="5897999" y="402034"/>
                    <a:pt x="5867011" y="406352"/>
                    <a:pt x="5831705" y="388699"/>
                  </a:cubicBezTo>
                  <a:cubicBezTo>
                    <a:pt x="5796399" y="371046"/>
                    <a:pt x="5769856" y="384254"/>
                    <a:pt x="5752203" y="424005"/>
                  </a:cubicBezTo>
                  <a:cubicBezTo>
                    <a:pt x="5738995" y="450548"/>
                    <a:pt x="5703689" y="454866"/>
                    <a:pt x="5681591" y="432895"/>
                  </a:cubicBezTo>
                  <a:cubicBezTo>
                    <a:pt x="5668383" y="419687"/>
                    <a:pt x="5659493" y="424005"/>
                    <a:pt x="5646285" y="432895"/>
                  </a:cubicBezTo>
                  <a:lnTo>
                    <a:pt x="5619996" y="459311"/>
                  </a:lnTo>
                  <a:cubicBezTo>
                    <a:pt x="5615551" y="463756"/>
                    <a:pt x="5606788" y="463756"/>
                    <a:pt x="5602343" y="463756"/>
                  </a:cubicBezTo>
                  <a:lnTo>
                    <a:pt x="5575800" y="463756"/>
                  </a:lnTo>
                  <a:cubicBezTo>
                    <a:pt x="5558147" y="463756"/>
                    <a:pt x="5540494" y="459311"/>
                    <a:pt x="5522841" y="454866"/>
                  </a:cubicBezTo>
                  <a:cubicBezTo>
                    <a:pt x="5500743" y="450421"/>
                    <a:pt x="5483090" y="437213"/>
                    <a:pt x="5460992" y="432768"/>
                  </a:cubicBezTo>
                  <a:cubicBezTo>
                    <a:pt x="5425686" y="428323"/>
                    <a:pt x="5416796" y="397462"/>
                    <a:pt x="5403588" y="375364"/>
                  </a:cubicBezTo>
                  <a:cubicBezTo>
                    <a:pt x="5394698" y="362156"/>
                    <a:pt x="5377045" y="344503"/>
                    <a:pt x="5359392" y="348821"/>
                  </a:cubicBezTo>
                  <a:cubicBezTo>
                    <a:pt x="5341739" y="357711"/>
                    <a:pt x="5324086" y="348821"/>
                    <a:pt x="5310878" y="344376"/>
                  </a:cubicBezTo>
                  <a:cubicBezTo>
                    <a:pt x="5306433" y="344376"/>
                    <a:pt x="5297670" y="339931"/>
                    <a:pt x="5293225" y="339931"/>
                  </a:cubicBezTo>
                  <a:cubicBezTo>
                    <a:pt x="5262364" y="331041"/>
                    <a:pt x="5240266" y="348821"/>
                    <a:pt x="5218168" y="370792"/>
                  </a:cubicBezTo>
                  <a:lnTo>
                    <a:pt x="5200515" y="388445"/>
                  </a:lnTo>
                  <a:cubicBezTo>
                    <a:pt x="5196070" y="392890"/>
                    <a:pt x="5196070" y="401653"/>
                    <a:pt x="5191625" y="406098"/>
                  </a:cubicBezTo>
                  <a:cubicBezTo>
                    <a:pt x="5165082" y="428196"/>
                    <a:pt x="5138666" y="419306"/>
                    <a:pt x="5107678" y="406098"/>
                  </a:cubicBezTo>
                  <a:cubicBezTo>
                    <a:pt x="5081135" y="392890"/>
                    <a:pt x="5050274" y="406098"/>
                    <a:pt x="5041384" y="432641"/>
                  </a:cubicBezTo>
                  <a:cubicBezTo>
                    <a:pt x="5036939" y="450294"/>
                    <a:pt x="5032494" y="463502"/>
                    <a:pt x="5010523" y="472392"/>
                  </a:cubicBezTo>
                  <a:cubicBezTo>
                    <a:pt x="4988425" y="485600"/>
                    <a:pt x="4962009" y="494490"/>
                    <a:pt x="4957564" y="525351"/>
                  </a:cubicBezTo>
                  <a:cubicBezTo>
                    <a:pt x="4957564" y="529796"/>
                    <a:pt x="4953119" y="534241"/>
                    <a:pt x="4948674" y="534241"/>
                  </a:cubicBezTo>
                  <a:cubicBezTo>
                    <a:pt x="4935466" y="538686"/>
                    <a:pt x="4926576" y="543131"/>
                    <a:pt x="4913368" y="547449"/>
                  </a:cubicBezTo>
                  <a:lnTo>
                    <a:pt x="4873617" y="547449"/>
                  </a:lnTo>
                  <a:cubicBezTo>
                    <a:pt x="4847074" y="543004"/>
                    <a:pt x="4820658" y="534241"/>
                    <a:pt x="4794115" y="529796"/>
                  </a:cubicBezTo>
                  <a:cubicBezTo>
                    <a:pt x="4763254" y="525351"/>
                    <a:pt x="4736711" y="543004"/>
                    <a:pt x="4705850" y="547449"/>
                  </a:cubicBezTo>
                  <a:lnTo>
                    <a:pt x="4701405" y="551894"/>
                  </a:lnTo>
                  <a:cubicBezTo>
                    <a:pt x="4692515" y="565102"/>
                    <a:pt x="4679307" y="560784"/>
                    <a:pt x="4670544" y="551894"/>
                  </a:cubicBezTo>
                  <a:cubicBezTo>
                    <a:pt x="4652891" y="534241"/>
                    <a:pt x="4622030" y="529796"/>
                    <a:pt x="4599932" y="538686"/>
                  </a:cubicBezTo>
                  <a:cubicBezTo>
                    <a:pt x="4573389" y="551894"/>
                    <a:pt x="4546973" y="560784"/>
                    <a:pt x="4520430" y="569547"/>
                  </a:cubicBezTo>
                  <a:cubicBezTo>
                    <a:pt x="4511540" y="569547"/>
                    <a:pt x="4502777" y="565102"/>
                    <a:pt x="4498332" y="565102"/>
                  </a:cubicBezTo>
                  <a:cubicBezTo>
                    <a:pt x="4489442" y="565102"/>
                    <a:pt x="4476234" y="560657"/>
                    <a:pt x="4471789" y="565102"/>
                  </a:cubicBezTo>
                  <a:cubicBezTo>
                    <a:pt x="4436483" y="591645"/>
                    <a:pt x="4401177" y="582755"/>
                    <a:pt x="4370189" y="565102"/>
                  </a:cubicBezTo>
                  <a:cubicBezTo>
                    <a:pt x="4352536" y="556212"/>
                    <a:pt x="4325993" y="547449"/>
                    <a:pt x="4317230" y="520906"/>
                  </a:cubicBezTo>
                  <a:cubicBezTo>
                    <a:pt x="4312785" y="503253"/>
                    <a:pt x="4295132" y="485600"/>
                    <a:pt x="4281924" y="472265"/>
                  </a:cubicBezTo>
                  <a:cubicBezTo>
                    <a:pt x="4259826" y="450167"/>
                    <a:pt x="4237728" y="419306"/>
                    <a:pt x="4197977" y="419306"/>
                  </a:cubicBezTo>
                  <a:cubicBezTo>
                    <a:pt x="4189087" y="419306"/>
                    <a:pt x="4180324" y="401653"/>
                    <a:pt x="4175879" y="406098"/>
                  </a:cubicBezTo>
                  <a:cubicBezTo>
                    <a:pt x="4158226" y="410543"/>
                    <a:pt x="4158226" y="401653"/>
                    <a:pt x="4149336" y="392890"/>
                  </a:cubicBezTo>
                  <a:cubicBezTo>
                    <a:pt x="4140446" y="384127"/>
                    <a:pt x="4127238" y="375237"/>
                    <a:pt x="4118475" y="362029"/>
                  </a:cubicBezTo>
                  <a:cubicBezTo>
                    <a:pt x="4105267" y="344376"/>
                    <a:pt x="4091932" y="322278"/>
                    <a:pt x="4078724" y="304625"/>
                  </a:cubicBezTo>
                  <a:cubicBezTo>
                    <a:pt x="4065516" y="286972"/>
                    <a:pt x="4056626" y="264874"/>
                    <a:pt x="4043418" y="247221"/>
                  </a:cubicBezTo>
                  <a:cubicBezTo>
                    <a:pt x="4038973" y="242776"/>
                    <a:pt x="4025765" y="238331"/>
                    <a:pt x="4021320" y="242776"/>
                  </a:cubicBezTo>
                  <a:lnTo>
                    <a:pt x="3968361" y="269319"/>
                  </a:lnTo>
                  <a:cubicBezTo>
                    <a:pt x="3959471" y="273764"/>
                    <a:pt x="3955153" y="282527"/>
                    <a:pt x="3950708" y="291417"/>
                  </a:cubicBezTo>
                  <a:lnTo>
                    <a:pt x="3946263" y="286972"/>
                  </a:lnTo>
                  <a:cubicBezTo>
                    <a:pt x="3950708" y="273764"/>
                    <a:pt x="3955153" y="260429"/>
                    <a:pt x="3959471" y="256111"/>
                  </a:cubicBezTo>
                  <a:lnTo>
                    <a:pt x="3906512" y="242903"/>
                  </a:lnTo>
                  <a:cubicBezTo>
                    <a:pt x="3893304" y="238458"/>
                    <a:pt x="3871206" y="238458"/>
                    <a:pt x="3862316" y="238458"/>
                  </a:cubicBezTo>
                  <a:lnTo>
                    <a:pt x="3791704" y="238458"/>
                  </a:lnTo>
                  <a:cubicBezTo>
                    <a:pt x="3765161" y="238458"/>
                    <a:pt x="3743190" y="234013"/>
                    <a:pt x="3716647" y="238458"/>
                  </a:cubicBezTo>
                  <a:cubicBezTo>
                    <a:pt x="3698994" y="242903"/>
                    <a:pt x="3685786" y="234013"/>
                    <a:pt x="3672451" y="225250"/>
                  </a:cubicBezTo>
                  <a:cubicBezTo>
                    <a:pt x="3637145" y="198707"/>
                    <a:pt x="3601839" y="167846"/>
                    <a:pt x="3553198" y="181054"/>
                  </a:cubicBezTo>
                  <a:cubicBezTo>
                    <a:pt x="3548753" y="181054"/>
                    <a:pt x="3539990" y="176609"/>
                    <a:pt x="3535545" y="172164"/>
                  </a:cubicBezTo>
                  <a:cubicBezTo>
                    <a:pt x="3522337" y="167719"/>
                    <a:pt x="3513447" y="158956"/>
                    <a:pt x="3495794" y="150066"/>
                  </a:cubicBezTo>
                  <a:cubicBezTo>
                    <a:pt x="3495794" y="163274"/>
                    <a:pt x="3495794" y="167719"/>
                    <a:pt x="3500239" y="176609"/>
                  </a:cubicBezTo>
                  <a:cubicBezTo>
                    <a:pt x="3491349" y="185499"/>
                    <a:pt x="3487031" y="181054"/>
                    <a:pt x="3482586" y="176609"/>
                  </a:cubicBezTo>
                  <a:cubicBezTo>
                    <a:pt x="3478141" y="181054"/>
                    <a:pt x="3473696" y="189817"/>
                    <a:pt x="3469378" y="189817"/>
                  </a:cubicBezTo>
                  <a:cubicBezTo>
                    <a:pt x="3447280" y="198707"/>
                    <a:pt x="3425182" y="203025"/>
                    <a:pt x="3403084" y="211915"/>
                  </a:cubicBezTo>
                  <a:cubicBezTo>
                    <a:pt x="3394194" y="216360"/>
                    <a:pt x="3385431" y="220805"/>
                    <a:pt x="3380986" y="225123"/>
                  </a:cubicBezTo>
                  <a:cubicBezTo>
                    <a:pt x="3363333" y="238331"/>
                    <a:pt x="3350125" y="260429"/>
                    <a:pt x="3319137" y="255984"/>
                  </a:cubicBezTo>
                  <a:cubicBezTo>
                    <a:pt x="3314692" y="255984"/>
                    <a:pt x="3305929" y="264874"/>
                    <a:pt x="3297039" y="264874"/>
                  </a:cubicBezTo>
                  <a:cubicBezTo>
                    <a:pt x="3288149" y="269319"/>
                    <a:pt x="3274941" y="269319"/>
                    <a:pt x="3266178" y="273764"/>
                  </a:cubicBezTo>
                  <a:lnTo>
                    <a:pt x="3257288" y="273764"/>
                  </a:lnTo>
                  <a:cubicBezTo>
                    <a:pt x="3230745" y="282654"/>
                    <a:pt x="3208774" y="291417"/>
                    <a:pt x="3182231" y="295862"/>
                  </a:cubicBezTo>
                  <a:lnTo>
                    <a:pt x="3164578" y="295862"/>
                  </a:lnTo>
                  <a:cubicBezTo>
                    <a:pt x="3142480" y="295862"/>
                    <a:pt x="3124827" y="291417"/>
                    <a:pt x="3102729" y="291417"/>
                  </a:cubicBezTo>
                  <a:cubicBezTo>
                    <a:pt x="3080631" y="291417"/>
                    <a:pt x="3058533" y="300307"/>
                    <a:pt x="3036435" y="300307"/>
                  </a:cubicBezTo>
                  <a:cubicBezTo>
                    <a:pt x="3009892" y="300307"/>
                    <a:pt x="2979031" y="300307"/>
                    <a:pt x="2956933" y="282654"/>
                  </a:cubicBezTo>
                  <a:cubicBezTo>
                    <a:pt x="2952488" y="278209"/>
                    <a:pt x="2939280" y="278209"/>
                    <a:pt x="2930390" y="282654"/>
                  </a:cubicBezTo>
                  <a:cubicBezTo>
                    <a:pt x="2899529" y="287099"/>
                    <a:pt x="2868541" y="291544"/>
                    <a:pt x="2842125" y="300307"/>
                  </a:cubicBezTo>
                  <a:cubicBezTo>
                    <a:pt x="2815709" y="309070"/>
                    <a:pt x="2802374" y="300307"/>
                    <a:pt x="2793611" y="278209"/>
                  </a:cubicBezTo>
                  <a:cubicBezTo>
                    <a:pt x="2789166" y="269319"/>
                    <a:pt x="2780403" y="260556"/>
                    <a:pt x="2771513" y="251666"/>
                  </a:cubicBezTo>
                  <a:cubicBezTo>
                    <a:pt x="2758305" y="242776"/>
                    <a:pt x="2744970" y="229568"/>
                    <a:pt x="2731762" y="229568"/>
                  </a:cubicBezTo>
                  <a:cubicBezTo>
                    <a:pt x="2700901" y="229568"/>
                    <a:pt x="2683248" y="211915"/>
                    <a:pt x="2661150" y="198707"/>
                  </a:cubicBezTo>
                  <a:cubicBezTo>
                    <a:pt x="2625844" y="176609"/>
                    <a:pt x="2594856" y="150066"/>
                    <a:pt x="2550787" y="154511"/>
                  </a:cubicBezTo>
                  <a:lnTo>
                    <a:pt x="2550787" y="132540"/>
                  </a:lnTo>
                  <a:cubicBezTo>
                    <a:pt x="2559677" y="132540"/>
                    <a:pt x="2568440" y="132540"/>
                    <a:pt x="2577330" y="128095"/>
                  </a:cubicBezTo>
                  <a:cubicBezTo>
                    <a:pt x="2564122" y="119205"/>
                    <a:pt x="2564122" y="105997"/>
                    <a:pt x="2555232" y="97234"/>
                  </a:cubicBezTo>
                  <a:cubicBezTo>
                    <a:pt x="2537579" y="84026"/>
                    <a:pt x="2519926" y="79581"/>
                    <a:pt x="2502273" y="70691"/>
                  </a:cubicBezTo>
                  <a:cubicBezTo>
                    <a:pt x="2489065" y="66246"/>
                    <a:pt x="2471412" y="66246"/>
                    <a:pt x="2480175" y="88344"/>
                  </a:cubicBezTo>
                  <a:cubicBezTo>
                    <a:pt x="2458077" y="92789"/>
                    <a:pt x="2440424" y="92789"/>
                    <a:pt x="2431661" y="101552"/>
                  </a:cubicBezTo>
                  <a:cubicBezTo>
                    <a:pt x="2414008" y="114760"/>
                    <a:pt x="2396355" y="105997"/>
                    <a:pt x="2383147" y="97107"/>
                  </a:cubicBezTo>
                  <a:cubicBezTo>
                    <a:pt x="2374257" y="92662"/>
                    <a:pt x="2365494" y="88217"/>
                    <a:pt x="2356604" y="92662"/>
                  </a:cubicBezTo>
                  <a:cubicBezTo>
                    <a:pt x="2303645" y="119205"/>
                    <a:pt x="2250559" y="105870"/>
                    <a:pt x="2197600" y="105870"/>
                  </a:cubicBezTo>
                  <a:cubicBezTo>
                    <a:pt x="2188710" y="105870"/>
                    <a:pt x="2179947" y="101425"/>
                    <a:pt x="2166739" y="101425"/>
                  </a:cubicBezTo>
                  <a:cubicBezTo>
                    <a:pt x="2149086" y="96980"/>
                    <a:pt x="2135878" y="88217"/>
                    <a:pt x="2118225" y="83772"/>
                  </a:cubicBezTo>
                  <a:cubicBezTo>
                    <a:pt x="2100572" y="79327"/>
                    <a:pt x="2078474" y="74882"/>
                    <a:pt x="2060821" y="70564"/>
                  </a:cubicBezTo>
                  <a:lnTo>
                    <a:pt x="2047613" y="70564"/>
                  </a:lnTo>
                  <a:cubicBezTo>
                    <a:pt x="2016752" y="70564"/>
                    <a:pt x="1985764" y="75009"/>
                    <a:pt x="1959348" y="75009"/>
                  </a:cubicBezTo>
                  <a:cubicBezTo>
                    <a:pt x="1937250" y="75009"/>
                    <a:pt x="1915152" y="66119"/>
                    <a:pt x="1888736" y="61801"/>
                  </a:cubicBezTo>
                  <a:cubicBezTo>
                    <a:pt x="1884291" y="26495"/>
                    <a:pt x="1848985" y="35258"/>
                    <a:pt x="1826887" y="17605"/>
                  </a:cubicBezTo>
                  <a:cubicBezTo>
                    <a:pt x="1822442" y="13160"/>
                    <a:pt x="1813679" y="17605"/>
                    <a:pt x="1809234" y="17605"/>
                  </a:cubicBezTo>
                  <a:cubicBezTo>
                    <a:pt x="1782691" y="13160"/>
                    <a:pt x="1765038" y="26495"/>
                    <a:pt x="1756275" y="48466"/>
                  </a:cubicBezTo>
                  <a:cubicBezTo>
                    <a:pt x="1743067" y="70564"/>
                    <a:pt x="1707761" y="79327"/>
                    <a:pt x="1720969" y="114760"/>
                  </a:cubicBezTo>
                  <a:cubicBezTo>
                    <a:pt x="1725414" y="119205"/>
                    <a:pt x="1734177" y="123650"/>
                    <a:pt x="1738622" y="132413"/>
                  </a:cubicBezTo>
                  <a:cubicBezTo>
                    <a:pt x="1738622" y="145621"/>
                    <a:pt x="1734177" y="154511"/>
                    <a:pt x="1720969" y="150066"/>
                  </a:cubicBezTo>
                  <a:cubicBezTo>
                    <a:pt x="1716524" y="150066"/>
                    <a:pt x="1712079" y="158956"/>
                    <a:pt x="1707761" y="163274"/>
                  </a:cubicBezTo>
                  <a:cubicBezTo>
                    <a:pt x="1703443" y="167592"/>
                    <a:pt x="1703316" y="176482"/>
                    <a:pt x="1698871" y="176482"/>
                  </a:cubicBezTo>
                  <a:cubicBezTo>
                    <a:pt x="1672328" y="185372"/>
                    <a:pt x="1654675" y="207343"/>
                    <a:pt x="1623814" y="203025"/>
                  </a:cubicBezTo>
                  <a:lnTo>
                    <a:pt x="1614924" y="203025"/>
                  </a:lnTo>
                  <a:cubicBezTo>
                    <a:pt x="1588381" y="225123"/>
                    <a:pt x="1561965" y="220678"/>
                    <a:pt x="1530977" y="216233"/>
                  </a:cubicBezTo>
                  <a:cubicBezTo>
                    <a:pt x="1517769" y="211788"/>
                    <a:pt x="1500116" y="216233"/>
                    <a:pt x="1482463" y="216233"/>
                  </a:cubicBezTo>
                  <a:cubicBezTo>
                    <a:pt x="1469255" y="216233"/>
                    <a:pt x="1455920" y="216233"/>
                    <a:pt x="1442712" y="207343"/>
                  </a:cubicBezTo>
                  <a:cubicBezTo>
                    <a:pt x="1425059" y="198453"/>
                    <a:pt x="1407406" y="185245"/>
                    <a:pt x="1389753" y="176482"/>
                  </a:cubicBezTo>
                  <a:cubicBezTo>
                    <a:pt x="1372100" y="167719"/>
                    <a:pt x="1350002" y="167592"/>
                    <a:pt x="1350002" y="136731"/>
                  </a:cubicBezTo>
                  <a:cubicBezTo>
                    <a:pt x="1350002" y="132286"/>
                    <a:pt x="1341112" y="127841"/>
                    <a:pt x="1341112" y="123523"/>
                  </a:cubicBezTo>
                  <a:cubicBezTo>
                    <a:pt x="1310251" y="150066"/>
                    <a:pt x="1283708" y="172164"/>
                    <a:pt x="1257165" y="194135"/>
                  </a:cubicBezTo>
                  <a:cubicBezTo>
                    <a:pt x="1243957" y="207343"/>
                    <a:pt x="1226304" y="224996"/>
                    <a:pt x="1235067" y="247094"/>
                  </a:cubicBezTo>
                  <a:cubicBezTo>
                    <a:pt x="1235067" y="251539"/>
                    <a:pt x="1230622" y="255984"/>
                    <a:pt x="1230622" y="260302"/>
                  </a:cubicBezTo>
                  <a:cubicBezTo>
                    <a:pt x="1226177" y="269192"/>
                    <a:pt x="1221732" y="277955"/>
                    <a:pt x="1212969" y="282400"/>
                  </a:cubicBezTo>
                  <a:cubicBezTo>
                    <a:pt x="1204079" y="295608"/>
                    <a:pt x="1195316" y="308943"/>
                    <a:pt x="1186426" y="326596"/>
                  </a:cubicBezTo>
                  <a:lnTo>
                    <a:pt x="1159756" y="353393"/>
                  </a:lnTo>
                  <a:cubicBezTo>
                    <a:pt x="1150866" y="366601"/>
                    <a:pt x="1142103" y="379936"/>
                    <a:pt x="1128895" y="388699"/>
                  </a:cubicBezTo>
                  <a:cubicBezTo>
                    <a:pt x="1098034" y="415242"/>
                    <a:pt x="1067046" y="441658"/>
                    <a:pt x="1031740" y="468201"/>
                  </a:cubicBezTo>
                  <a:cubicBezTo>
                    <a:pt x="1014087" y="485854"/>
                    <a:pt x="991989" y="499062"/>
                    <a:pt x="974336" y="516715"/>
                  </a:cubicBezTo>
                  <a:cubicBezTo>
                    <a:pt x="943475" y="543258"/>
                    <a:pt x="908042" y="565356"/>
                    <a:pt x="890389" y="604980"/>
                  </a:cubicBezTo>
                  <a:cubicBezTo>
                    <a:pt x="890389" y="609425"/>
                    <a:pt x="881499" y="613870"/>
                    <a:pt x="877181" y="618188"/>
                  </a:cubicBezTo>
                  <a:cubicBezTo>
                    <a:pt x="855083" y="635841"/>
                    <a:pt x="819777" y="635841"/>
                    <a:pt x="819777" y="671147"/>
                  </a:cubicBezTo>
                  <a:cubicBezTo>
                    <a:pt x="784471" y="671147"/>
                    <a:pt x="766818" y="697690"/>
                    <a:pt x="749165" y="719788"/>
                  </a:cubicBezTo>
                  <a:cubicBezTo>
                    <a:pt x="735957" y="737441"/>
                    <a:pt x="722622" y="759539"/>
                    <a:pt x="704969" y="772747"/>
                  </a:cubicBezTo>
                  <a:cubicBezTo>
                    <a:pt x="687316" y="781637"/>
                    <a:pt x="665218" y="777192"/>
                    <a:pt x="643120" y="777192"/>
                  </a:cubicBezTo>
                  <a:cubicBezTo>
                    <a:pt x="634230" y="777192"/>
                    <a:pt x="625467" y="777192"/>
                    <a:pt x="625467" y="781637"/>
                  </a:cubicBezTo>
                  <a:cubicBezTo>
                    <a:pt x="607814" y="799290"/>
                    <a:pt x="585716" y="812498"/>
                    <a:pt x="572508" y="834596"/>
                  </a:cubicBezTo>
                  <a:cubicBezTo>
                    <a:pt x="559300" y="856694"/>
                    <a:pt x="545965" y="869902"/>
                    <a:pt x="523994" y="874347"/>
                  </a:cubicBezTo>
                  <a:cubicBezTo>
                    <a:pt x="502023" y="878792"/>
                    <a:pt x="479798" y="900890"/>
                    <a:pt x="448937" y="887555"/>
                  </a:cubicBezTo>
                  <a:cubicBezTo>
                    <a:pt x="422394" y="878665"/>
                    <a:pt x="391533" y="887555"/>
                    <a:pt x="373880" y="869902"/>
                  </a:cubicBezTo>
                  <a:cubicBezTo>
                    <a:pt x="338574" y="874347"/>
                    <a:pt x="312031" y="883110"/>
                    <a:pt x="281170" y="887555"/>
                  </a:cubicBezTo>
                  <a:cubicBezTo>
                    <a:pt x="245864" y="896445"/>
                    <a:pt x="206113" y="892000"/>
                    <a:pt x="175125" y="918416"/>
                  </a:cubicBezTo>
                  <a:cubicBezTo>
                    <a:pt x="148582" y="940514"/>
                    <a:pt x="126611" y="962612"/>
                    <a:pt x="86860" y="958167"/>
                  </a:cubicBezTo>
                  <a:cubicBezTo>
                    <a:pt x="91305" y="984710"/>
                    <a:pt x="95750" y="1006808"/>
                    <a:pt x="100068" y="1033224"/>
                  </a:cubicBezTo>
                  <a:cubicBezTo>
                    <a:pt x="108958" y="1103836"/>
                    <a:pt x="117721" y="1174575"/>
                    <a:pt x="122166" y="1245187"/>
                  </a:cubicBezTo>
                  <a:cubicBezTo>
                    <a:pt x="135374" y="1333452"/>
                    <a:pt x="139819" y="1417399"/>
                    <a:pt x="131056" y="1501346"/>
                  </a:cubicBezTo>
                  <a:cubicBezTo>
                    <a:pt x="122166" y="1620599"/>
                    <a:pt x="82542" y="5701109"/>
                    <a:pt x="42791" y="5811472"/>
                  </a:cubicBezTo>
                  <a:lnTo>
                    <a:pt x="2786" y="5904436"/>
                  </a:lnTo>
                  <a:cubicBezTo>
                    <a:pt x="-6104" y="5926534"/>
                    <a:pt x="7231" y="5939742"/>
                    <a:pt x="29329" y="5944187"/>
                  </a:cubicBezTo>
                  <a:cubicBezTo>
                    <a:pt x="55872" y="5948632"/>
                    <a:pt x="64635" y="5966285"/>
                    <a:pt x="73525" y="5988383"/>
                  </a:cubicBezTo>
                  <a:cubicBezTo>
                    <a:pt x="82415" y="6023689"/>
                    <a:pt x="69080" y="6058995"/>
                    <a:pt x="86733" y="6094428"/>
                  </a:cubicBezTo>
                  <a:cubicBezTo>
                    <a:pt x="95623" y="6112081"/>
                    <a:pt x="86733" y="6143069"/>
                    <a:pt x="82288" y="6169485"/>
                  </a:cubicBezTo>
                  <a:cubicBezTo>
                    <a:pt x="77843" y="6204791"/>
                    <a:pt x="86733" y="6240097"/>
                    <a:pt x="99941" y="6271085"/>
                  </a:cubicBezTo>
                  <a:cubicBezTo>
                    <a:pt x="130802" y="6324044"/>
                    <a:pt x="135247" y="6385893"/>
                    <a:pt x="135247" y="6443297"/>
                  </a:cubicBezTo>
                  <a:cubicBezTo>
                    <a:pt x="135247" y="6456505"/>
                    <a:pt x="139692" y="6469840"/>
                    <a:pt x="144137" y="6478603"/>
                  </a:cubicBezTo>
                  <a:cubicBezTo>
                    <a:pt x="153027" y="6487493"/>
                    <a:pt x="170680" y="6496256"/>
                    <a:pt x="188333" y="6500701"/>
                  </a:cubicBezTo>
                  <a:lnTo>
                    <a:pt x="294378" y="6553660"/>
                  </a:lnTo>
                  <a:cubicBezTo>
                    <a:pt x="342892" y="6580203"/>
                    <a:pt x="382643" y="6575758"/>
                    <a:pt x="426839" y="6544770"/>
                  </a:cubicBezTo>
                  <a:cubicBezTo>
                    <a:pt x="431284" y="6540325"/>
                    <a:pt x="444492" y="6535881"/>
                    <a:pt x="448937" y="6535881"/>
                  </a:cubicBezTo>
                  <a:cubicBezTo>
                    <a:pt x="479798" y="6540325"/>
                    <a:pt x="510786" y="6540325"/>
                    <a:pt x="537202" y="6566741"/>
                  </a:cubicBezTo>
                  <a:cubicBezTo>
                    <a:pt x="568063" y="6593284"/>
                    <a:pt x="612259" y="6610937"/>
                    <a:pt x="647565" y="6633035"/>
                  </a:cubicBezTo>
                  <a:cubicBezTo>
                    <a:pt x="669663" y="6646243"/>
                    <a:pt x="696079" y="6663896"/>
                    <a:pt x="709414" y="6681549"/>
                  </a:cubicBezTo>
                  <a:cubicBezTo>
                    <a:pt x="718304" y="6690439"/>
                    <a:pt x="727067" y="6699202"/>
                    <a:pt x="735957" y="6703647"/>
                  </a:cubicBezTo>
                  <a:cubicBezTo>
                    <a:pt x="784471" y="6721300"/>
                    <a:pt x="811014" y="6765496"/>
                    <a:pt x="842002" y="6800802"/>
                  </a:cubicBezTo>
                  <a:cubicBezTo>
                    <a:pt x="868545" y="6831663"/>
                    <a:pt x="903851" y="6849443"/>
                    <a:pt x="943602" y="6853761"/>
                  </a:cubicBezTo>
                  <a:cubicBezTo>
                    <a:pt x="987798" y="6862651"/>
                    <a:pt x="1031867" y="6866969"/>
                    <a:pt x="1076063" y="6875859"/>
                  </a:cubicBezTo>
                  <a:cubicBezTo>
                    <a:pt x="1093716" y="6880304"/>
                    <a:pt x="1115814" y="6884749"/>
                    <a:pt x="1133467" y="6893512"/>
                  </a:cubicBezTo>
                  <a:cubicBezTo>
                    <a:pt x="1155565" y="6902402"/>
                    <a:pt x="1177663" y="6902402"/>
                    <a:pt x="1195316" y="6915610"/>
                  </a:cubicBezTo>
                  <a:cubicBezTo>
                    <a:pt x="1221859" y="6937708"/>
                    <a:pt x="1248275" y="6950916"/>
                    <a:pt x="1283581" y="6942153"/>
                  </a:cubicBezTo>
                  <a:cubicBezTo>
                    <a:pt x="1296789" y="6937708"/>
                    <a:pt x="1314442" y="6946598"/>
                    <a:pt x="1327777" y="6951043"/>
                  </a:cubicBezTo>
                  <a:cubicBezTo>
                    <a:pt x="1332222" y="6951043"/>
                    <a:pt x="1336667" y="6955488"/>
                    <a:pt x="1340985" y="6955488"/>
                  </a:cubicBezTo>
                  <a:cubicBezTo>
                    <a:pt x="1389499" y="6959933"/>
                    <a:pt x="1433695" y="6951043"/>
                    <a:pt x="1477891" y="6942281"/>
                  </a:cubicBezTo>
                  <a:cubicBezTo>
                    <a:pt x="1495544" y="6937835"/>
                    <a:pt x="1513197" y="6933390"/>
                    <a:pt x="1530850" y="6924627"/>
                  </a:cubicBezTo>
                  <a:cubicBezTo>
                    <a:pt x="1579364" y="6902529"/>
                    <a:pt x="1628005" y="6880431"/>
                    <a:pt x="1672201" y="6854015"/>
                  </a:cubicBezTo>
                  <a:cubicBezTo>
                    <a:pt x="1703062" y="6836362"/>
                    <a:pt x="1734050" y="6818709"/>
                    <a:pt x="1769356" y="6836362"/>
                  </a:cubicBezTo>
                  <a:lnTo>
                    <a:pt x="1787009" y="6836362"/>
                  </a:lnTo>
                  <a:cubicBezTo>
                    <a:pt x="1817870" y="6836362"/>
                    <a:pt x="1848858" y="6831917"/>
                    <a:pt x="1875274" y="6827472"/>
                  </a:cubicBezTo>
                  <a:cubicBezTo>
                    <a:pt x="1879719" y="6827472"/>
                    <a:pt x="1888482" y="6827472"/>
                    <a:pt x="1888482" y="6823027"/>
                  </a:cubicBezTo>
                  <a:cubicBezTo>
                    <a:pt x="1901690" y="6805374"/>
                    <a:pt x="1923788" y="6805374"/>
                    <a:pt x="1945886" y="6800929"/>
                  </a:cubicBezTo>
                  <a:cubicBezTo>
                    <a:pt x="1981192" y="6796484"/>
                    <a:pt x="2016498" y="6796484"/>
                    <a:pt x="2043041" y="6774386"/>
                  </a:cubicBezTo>
                  <a:cubicBezTo>
                    <a:pt x="2069584" y="6756733"/>
                    <a:pt x="2096000" y="6752288"/>
                    <a:pt x="2126988" y="6747843"/>
                  </a:cubicBezTo>
                  <a:cubicBezTo>
                    <a:pt x="2131433" y="6747843"/>
                    <a:pt x="2140196" y="6743398"/>
                    <a:pt x="2144641" y="6743398"/>
                  </a:cubicBezTo>
                  <a:cubicBezTo>
                    <a:pt x="2166739" y="6738953"/>
                    <a:pt x="2188837" y="6725745"/>
                    <a:pt x="2206490" y="6730190"/>
                  </a:cubicBezTo>
                  <a:cubicBezTo>
                    <a:pt x="2246241" y="6739081"/>
                    <a:pt x="2263894" y="6725745"/>
                    <a:pt x="2290437" y="6690439"/>
                  </a:cubicBezTo>
                  <a:cubicBezTo>
                    <a:pt x="2294882" y="6681549"/>
                    <a:pt x="2308090" y="6677231"/>
                    <a:pt x="2316980" y="6672786"/>
                  </a:cubicBezTo>
                  <a:cubicBezTo>
                    <a:pt x="2339078" y="6668341"/>
                    <a:pt x="2361176" y="6672786"/>
                    <a:pt x="2383274" y="6668341"/>
                  </a:cubicBezTo>
                  <a:cubicBezTo>
                    <a:pt x="2396482" y="6668341"/>
                    <a:pt x="2409817" y="6655133"/>
                    <a:pt x="2418580" y="6655133"/>
                  </a:cubicBezTo>
                  <a:cubicBezTo>
                    <a:pt x="2453886" y="6659578"/>
                    <a:pt x="2493637" y="6646243"/>
                    <a:pt x="2524625" y="6668341"/>
                  </a:cubicBezTo>
                  <a:cubicBezTo>
                    <a:pt x="2529070" y="6672786"/>
                    <a:pt x="2537833" y="6672786"/>
                    <a:pt x="2546723" y="6672786"/>
                  </a:cubicBezTo>
                  <a:cubicBezTo>
                    <a:pt x="2604127" y="6677231"/>
                    <a:pt x="2652768" y="6694884"/>
                    <a:pt x="2692392" y="6730190"/>
                  </a:cubicBezTo>
                  <a:cubicBezTo>
                    <a:pt x="2705600" y="6743398"/>
                    <a:pt x="2723253" y="6752288"/>
                    <a:pt x="2736588" y="6761051"/>
                  </a:cubicBezTo>
                  <a:cubicBezTo>
                    <a:pt x="2749923" y="6769814"/>
                    <a:pt x="2767449" y="6769941"/>
                    <a:pt x="2780784" y="6774259"/>
                  </a:cubicBezTo>
                  <a:cubicBezTo>
                    <a:pt x="2794119" y="6778577"/>
                    <a:pt x="2802882" y="6783149"/>
                    <a:pt x="2816090" y="6783149"/>
                  </a:cubicBezTo>
                  <a:cubicBezTo>
                    <a:pt x="2838188" y="6783149"/>
                    <a:pt x="2855841" y="6792039"/>
                    <a:pt x="2869049" y="6809692"/>
                  </a:cubicBezTo>
                  <a:cubicBezTo>
                    <a:pt x="2873494" y="6814137"/>
                    <a:pt x="2877939" y="6818582"/>
                    <a:pt x="2882257" y="6827345"/>
                  </a:cubicBezTo>
                  <a:cubicBezTo>
                    <a:pt x="2877812" y="6840553"/>
                    <a:pt x="2904355" y="6875986"/>
                    <a:pt x="2922008" y="6875986"/>
                  </a:cubicBezTo>
                  <a:cubicBezTo>
                    <a:pt x="2952869" y="6875986"/>
                    <a:pt x="2983857" y="6884876"/>
                    <a:pt x="3010273" y="6906847"/>
                  </a:cubicBezTo>
                  <a:cubicBezTo>
                    <a:pt x="3014718" y="6911292"/>
                    <a:pt x="3023481" y="6911292"/>
                    <a:pt x="3032371" y="6906847"/>
                  </a:cubicBezTo>
                  <a:cubicBezTo>
                    <a:pt x="3045579" y="6902402"/>
                    <a:pt x="3054469" y="6902402"/>
                    <a:pt x="3063232" y="6915737"/>
                  </a:cubicBezTo>
                  <a:cubicBezTo>
                    <a:pt x="3067677" y="6920182"/>
                    <a:pt x="3085330" y="6920182"/>
                    <a:pt x="3094093" y="6920182"/>
                  </a:cubicBezTo>
                  <a:cubicBezTo>
                    <a:pt x="3116191" y="6920182"/>
                    <a:pt x="3142607" y="6915737"/>
                    <a:pt x="3164705" y="6920182"/>
                  </a:cubicBezTo>
                  <a:cubicBezTo>
                    <a:pt x="3204456" y="6924627"/>
                    <a:pt x="3239762" y="6929072"/>
                    <a:pt x="3279513" y="6937835"/>
                  </a:cubicBezTo>
                  <a:cubicBezTo>
                    <a:pt x="3288403" y="6937835"/>
                    <a:pt x="3297166" y="6942281"/>
                    <a:pt x="3301611" y="6946725"/>
                  </a:cubicBezTo>
                  <a:cubicBezTo>
                    <a:pt x="3310501" y="6968823"/>
                    <a:pt x="3332472" y="6968823"/>
                    <a:pt x="3345807" y="6973268"/>
                  </a:cubicBezTo>
                  <a:cubicBezTo>
                    <a:pt x="3359142" y="6977713"/>
                    <a:pt x="3376668" y="6982158"/>
                    <a:pt x="3385558" y="6982158"/>
                  </a:cubicBezTo>
                  <a:cubicBezTo>
                    <a:pt x="3390003" y="6977713"/>
                    <a:pt x="3398766" y="6973268"/>
                    <a:pt x="3407656" y="6964506"/>
                  </a:cubicBezTo>
                  <a:cubicBezTo>
                    <a:pt x="3390003" y="6964506"/>
                    <a:pt x="3381113" y="6968950"/>
                    <a:pt x="3372350" y="6968950"/>
                  </a:cubicBezTo>
                  <a:cubicBezTo>
                    <a:pt x="3390003" y="6946852"/>
                    <a:pt x="3407656" y="6942407"/>
                    <a:pt x="3429754" y="6955742"/>
                  </a:cubicBezTo>
                  <a:cubicBezTo>
                    <a:pt x="3456297" y="6977840"/>
                    <a:pt x="3478268" y="6977840"/>
                    <a:pt x="3509256" y="6955742"/>
                  </a:cubicBezTo>
                  <a:lnTo>
                    <a:pt x="3535799" y="6942534"/>
                  </a:lnTo>
                  <a:lnTo>
                    <a:pt x="3535799" y="6920436"/>
                  </a:lnTo>
                  <a:cubicBezTo>
                    <a:pt x="3549007" y="6924881"/>
                    <a:pt x="3562342" y="6933644"/>
                    <a:pt x="3571105" y="6933644"/>
                  </a:cubicBezTo>
                  <a:cubicBezTo>
                    <a:pt x="3597648" y="6920436"/>
                    <a:pt x="3624064" y="6907101"/>
                    <a:pt x="3646162" y="6889448"/>
                  </a:cubicBezTo>
                  <a:cubicBezTo>
                    <a:pt x="3672705" y="6871795"/>
                    <a:pt x="3694676" y="6849697"/>
                    <a:pt x="3716774" y="6832044"/>
                  </a:cubicBezTo>
                  <a:cubicBezTo>
                    <a:pt x="3721219" y="6832044"/>
                    <a:pt x="3721219" y="6827599"/>
                    <a:pt x="3725664" y="6827599"/>
                  </a:cubicBezTo>
                  <a:cubicBezTo>
                    <a:pt x="3756525" y="6818709"/>
                    <a:pt x="3783068" y="6814391"/>
                    <a:pt x="3813929" y="6805501"/>
                  </a:cubicBezTo>
                  <a:cubicBezTo>
                    <a:pt x="3831582" y="6801056"/>
                    <a:pt x="3844790" y="6792293"/>
                    <a:pt x="3862443" y="6787848"/>
                  </a:cubicBezTo>
                  <a:cubicBezTo>
                    <a:pt x="3875651" y="6783403"/>
                    <a:pt x="3884541" y="6783403"/>
                    <a:pt x="3897749" y="6778958"/>
                  </a:cubicBezTo>
                  <a:lnTo>
                    <a:pt x="3941945" y="6778958"/>
                  </a:lnTo>
                  <a:cubicBezTo>
                    <a:pt x="3950835" y="6778958"/>
                    <a:pt x="3964043" y="6778958"/>
                    <a:pt x="3972806" y="6774513"/>
                  </a:cubicBezTo>
                  <a:cubicBezTo>
                    <a:pt x="3977251" y="6765623"/>
                    <a:pt x="3986014" y="6752415"/>
                    <a:pt x="3990459" y="6752415"/>
                  </a:cubicBezTo>
                  <a:cubicBezTo>
                    <a:pt x="4003667" y="6752415"/>
                    <a:pt x="4012557" y="6761306"/>
                    <a:pt x="4025765" y="6765623"/>
                  </a:cubicBezTo>
                  <a:cubicBezTo>
                    <a:pt x="4030210" y="6765623"/>
                    <a:pt x="4030210" y="6770068"/>
                    <a:pt x="4030210" y="6774513"/>
                  </a:cubicBezTo>
                  <a:cubicBezTo>
                    <a:pt x="4047863" y="6792166"/>
                    <a:pt x="4061071" y="6814264"/>
                    <a:pt x="4078724" y="6831917"/>
                  </a:cubicBezTo>
                  <a:cubicBezTo>
                    <a:pt x="4100822" y="6854015"/>
                    <a:pt x="4122920" y="6854015"/>
                    <a:pt x="4136128" y="6840807"/>
                  </a:cubicBezTo>
                  <a:cubicBezTo>
                    <a:pt x="4158226" y="6823154"/>
                    <a:pt x="4175879" y="6809946"/>
                    <a:pt x="4206740" y="6818709"/>
                  </a:cubicBezTo>
                  <a:cubicBezTo>
                    <a:pt x="4211185" y="6818709"/>
                    <a:pt x="4219948" y="6823154"/>
                    <a:pt x="4224393" y="6818709"/>
                  </a:cubicBezTo>
                  <a:cubicBezTo>
                    <a:pt x="4246491" y="6809819"/>
                    <a:pt x="4272907" y="6801056"/>
                    <a:pt x="4295005" y="6787848"/>
                  </a:cubicBezTo>
                  <a:cubicBezTo>
                    <a:pt x="4308213" y="6783403"/>
                    <a:pt x="4325866" y="6783403"/>
                    <a:pt x="4330311" y="6774640"/>
                  </a:cubicBezTo>
                  <a:cubicBezTo>
                    <a:pt x="4343519" y="6748097"/>
                    <a:pt x="4365617" y="6734889"/>
                    <a:pt x="4387715" y="6717236"/>
                  </a:cubicBezTo>
                  <a:cubicBezTo>
                    <a:pt x="4400923" y="6704028"/>
                    <a:pt x="4414258" y="6686375"/>
                    <a:pt x="4427466" y="6681931"/>
                  </a:cubicBezTo>
                  <a:cubicBezTo>
                    <a:pt x="4458327" y="6673040"/>
                    <a:pt x="4480425" y="6646624"/>
                    <a:pt x="4506968" y="6628971"/>
                  </a:cubicBezTo>
                  <a:cubicBezTo>
                    <a:pt x="4529066" y="6615763"/>
                    <a:pt x="4542274" y="6589220"/>
                    <a:pt x="4564372" y="6584775"/>
                  </a:cubicBezTo>
                  <a:cubicBezTo>
                    <a:pt x="4599678" y="6575885"/>
                    <a:pt x="4626221" y="6553914"/>
                    <a:pt x="4657082" y="6531816"/>
                  </a:cubicBezTo>
                  <a:cubicBezTo>
                    <a:pt x="4674735" y="6518608"/>
                    <a:pt x="4696833" y="6509718"/>
                    <a:pt x="4718931" y="6514163"/>
                  </a:cubicBezTo>
                  <a:cubicBezTo>
                    <a:pt x="4732139" y="6518608"/>
                    <a:pt x="4749792" y="6514163"/>
                    <a:pt x="4758682" y="6509718"/>
                  </a:cubicBezTo>
                  <a:cubicBezTo>
                    <a:pt x="4776335" y="6500828"/>
                    <a:pt x="4793988" y="6487620"/>
                    <a:pt x="4811641" y="6478857"/>
                  </a:cubicBezTo>
                  <a:cubicBezTo>
                    <a:pt x="4824849" y="6469967"/>
                    <a:pt x="4838184" y="6461204"/>
                    <a:pt x="4851392" y="6461204"/>
                  </a:cubicBezTo>
                  <a:cubicBezTo>
                    <a:pt x="4895588" y="6456759"/>
                    <a:pt x="4930894" y="6447996"/>
                    <a:pt x="4952992" y="6403800"/>
                  </a:cubicBezTo>
                  <a:cubicBezTo>
                    <a:pt x="4961882" y="6386147"/>
                    <a:pt x="5005951" y="6364049"/>
                    <a:pt x="5023604" y="6372939"/>
                  </a:cubicBezTo>
                  <a:cubicBezTo>
                    <a:pt x="5054465" y="6386147"/>
                    <a:pt x="5076563" y="6377384"/>
                    <a:pt x="5094216" y="6350841"/>
                  </a:cubicBezTo>
                  <a:cubicBezTo>
                    <a:pt x="5107424" y="6337633"/>
                    <a:pt x="5125077" y="6341951"/>
                    <a:pt x="5138412" y="6350841"/>
                  </a:cubicBezTo>
                  <a:cubicBezTo>
                    <a:pt x="5147302" y="6359731"/>
                    <a:pt x="5156065" y="6364049"/>
                    <a:pt x="5164955" y="6364049"/>
                  </a:cubicBezTo>
                  <a:cubicBezTo>
                    <a:pt x="5195816" y="6368494"/>
                    <a:pt x="5231249" y="6364049"/>
                    <a:pt x="5262110" y="6368494"/>
                  </a:cubicBezTo>
                  <a:cubicBezTo>
                    <a:pt x="5288653" y="6372939"/>
                    <a:pt x="5315069" y="6364049"/>
                    <a:pt x="5332722" y="6346396"/>
                  </a:cubicBezTo>
                  <a:cubicBezTo>
                    <a:pt x="5350375" y="6328743"/>
                    <a:pt x="5363583" y="6328743"/>
                    <a:pt x="5390126" y="6337506"/>
                  </a:cubicBezTo>
                  <a:cubicBezTo>
                    <a:pt x="5412224" y="6346396"/>
                    <a:pt x="5429877" y="6368367"/>
                    <a:pt x="5460738" y="6364049"/>
                  </a:cubicBezTo>
                  <a:cubicBezTo>
                    <a:pt x="5487281" y="6359604"/>
                    <a:pt x="5518142" y="6372939"/>
                    <a:pt x="5549003" y="6359604"/>
                  </a:cubicBezTo>
                  <a:lnTo>
                    <a:pt x="5566656" y="6359604"/>
                  </a:lnTo>
                  <a:cubicBezTo>
                    <a:pt x="5593199" y="6368494"/>
                    <a:pt x="5619615" y="6372812"/>
                    <a:pt x="5641713" y="6394910"/>
                  </a:cubicBezTo>
                  <a:cubicBezTo>
                    <a:pt x="5668256" y="6417008"/>
                    <a:pt x="5672574" y="6253559"/>
                    <a:pt x="5699117" y="6271212"/>
                  </a:cubicBezTo>
                  <a:cubicBezTo>
                    <a:pt x="5738868" y="6297755"/>
                    <a:pt x="5729978" y="6271212"/>
                    <a:pt x="5769729" y="6293310"/>
                  </a:cubicBezTo>
                  <a:cubicBezTo>
                    <a:pt x="5800590" y="6306518"/>
                    <a:pt x="5787382" y="6258004"/>
                    <a:pt x="5822688" y="6266767"/>
                  </a:cubicBezTo>
                  <a:cubicBezTo>
                    <a:pt x="5827133" y="6266767"/>
                    <a:pt x="5880092" y="6302073"/>
                    <a:pt x="5880092" y="6297628"/>
                  </a:cubicBezTo>
                  <a:cubicBezTo>
                    <a:pt x="5902190" y="6284420"/>
                    <a:pt x="5924288" y="6151959"/>
                    <a:pt x="5946386" y="6156277"/>
                  </a:cubicBezTo>
                  <a:cubicBezTo>
                    <a:pt x="5990582" y="6169485"/>
                    <a:pt x="6030333" y="6160722"/>
                    <a:pt x="6070084" y="6143069"/>
                  </a:cubicBezTo>
                  <a:cubicBezTo>
                    <a:pt x="6092182" y="6134179"/>
                    <a:pt x="6127488" y="6103318"/>
                    <a:pt x="6145141" y="6116526"/>
                  </a:cubicBezTo>
                  <a:cubicBezTo>
                    <a:pt x="6176002" y="6138624"/>
                    <a:pt x="6206990" y="6147387"/>
                    <a:pt x="6242296" y="6151832"/>
                  </a:cubicBezTo>
                  <a:cubicBezTo>
                    <a:pt x="6246741" y="6151832"/>
                    <a:pt x="6251186" y="6156277"/>
                    <a:pt x="6255504" y="6160722"/>
                  </a:cubicBezTo>
                  <a:cubicBezTo>
                    <a:pt x="6268712" y="6178375"/>
                    <a:pt x="6330561" y="6129861"/>
                    <a:pt x="6343769" y="6147514"/>
                  </a:cubicBezTo>
                  <a:cubicBezTo>
                    <a:pt x="6361422" y="6174057"/>
                    <a:pt x="6379075" y="6200473"/>
                    <a:pt x="6396728" y="6222571"/>
                  </a:cubicBezTo>
                  <a:cubicBezTo>
                    <a:pt x="6405618" y="6231461"/>
                    <a:pt x="6418826" y="6235779"/>
                    <a:pt x="6423271" y="6244669"/>
                  </a:cubicBezTo>
                  <a:cubicBezTo>
                    <a:pt x="6427716" y="6266767"/>
                    <a:pt x="6436479" y="6275530"/>
                    <a:pt x="6458577" y="6275530"/>
                  </a:cubicBezTo>
                  <a:cubicBezTo>
                    <a:pt x="6471785" y="6275530"/>
                    <a:pt x="6485120" y="6279975"/>
                    <a:pt x="6493883" y="6288738"/>
                  </a:cubicBezTo>
                  <a:cubicBezTo>
                    <a:pt x="6515981" y="6301946"/>
                    <a:pt x="6533634" y="6315281"/>
                    <a:pt x="6551287" y="6328489"/>
                  </a:cubicBezTo>
                  <a:cubicBezTo>
                    <a:pt x="6573385" y="6341697"/>
                    <a:pt x="6595483" y="6355032"/>
                    <a:pt x="6604246" y="6377003"/>
                  </a:cubicBezTo>
                  <a:cubicBezTo>
                    <a:pt x="6608691" y="6385893"/>
                    <a:pt x="6613136" y="6390211"/>
                    <a:pt x="6617454" y="6394656"/>
                  </a:cubicBezTo>
                  <a:cubicBezTo>
                    <a:pt x="6635107" y="6412309"/>
                    <a:pt x="6652760" y="6425517"/>
                    <a:pt x="6670413" y="6443170"/>
                  </a:cubicBezTo>
                  <a:cubicBezTo>
                    <a:pt x="6696956" y="6465268"/>
                    <a:pt x="6718927" y="6491684"/>
                    <a:pt x="6745470" y="6513782"/>
                  </a:cubicBezTo>
                  <a:cubicBezTo>
                    <a:pt x="6754360" y="6518227"/>
                    <a:pt x="6763123" y="6526990"/>
                    <a:pt x="6772013" y="6531435"/>
                  </a:cubicBezTo>
                  <a:cubicBezTo>
                    <a:pt x="6789666" y="6540325"/>
                    <a:pt x="6807319" y="6549088"/>
                    <a:pt x="6820527" y="6562296"/>
                  </a:cubicBezTo>
                  <a:cubicBezTo>
                    <a:pt x="6833735" y="6575504"/>
                    <a:pt x="6895584" y="6496002"/>
                    <a:pt x="6904474" y="6513656"/>
                  </a:cubicBezTo>
                  <a:cubicBezTo>
                    <a:pt x="6904474" y="6518100"/>
                    <a:pt x="6908919" y="6518100"/>
                    <a:pt x="6913364" y="6518100"/>
                  </a:cubicBezTo>
                  <a:cubicBezTo>
                    <a:pt x="6939907" y="6540198"/>
                    <a:pt x="6966323" y="6531308"/>
                    <a:pt x="6992866" y="6522545"/>
                  </a:cubicBezTo>
                  <a:cubicBezTo>
                    <a:pt x="7001756" y="6518100"/>
                    <a:pt x="7010519" y="6513656"/>
                    <a:pt x="7014964" y="6518100"/>
                  </a:cubicBezTo>
                  <a:cubicBezTo>
                    <a:pt x="7045825" y="6531308"/>
                    <a:pt x="7067923" y="6562296"/>
                    <a:pt x="7107674" y="6566741"/>
                  </a:cubicBezTo>
                  <a:cubicBezTo>
                    <a:pt x="7107674" y="6566741"/>
                    <a:pt x="7112119" y="6566741"/>
                    <a:pt x="7112119" y="6571186"/>
                  </a:cubicBezTo>
                  <a:cubicBezTo>
                    <a:pt x="7121009" y="6597729"/>
                    <a:pt x="7147425" y="6597729"/>
                    <a:pt x="7169523" y="6602047"/>
                  </a:cubicBezTo>
                  <a:cubicBezTo>
                    <a:pt x="7182731" y="6602047"/>
                    <a:pt x="7196066" y="6606492"/>
                    <a:pt x="7204829" y="6610937"/>
                  </a:cubicBezTo>
                  <a:cubicBezTo>
                    <a:pt x="7231372" y="6624145"/>
                    <a:pt x="7257788" y="6641798"/>
                    <a:pt x="7288776" y="6650688"/>
                  </a:cubicBezTo>
                  <a:cubicBezTo>
                    <a:pt x="7328527" y="6663896"/>
                    <a:pt x="7368278" y="6672786"/>
                    <a:pt x="7399139" y="6694884"/>
                  </a:cubicBezTo>
                  <a:cubicBezTo>
                    <a:pt x="7403584" y="6694884"/>
                    <a:pt x="7408029" y="6694884"/>
                    <a:pt x="7408029" y="6699329"/>
                  </a:cubicBezTo>
                  <a:cubicBezTo>
                    <a:pt x="7421237" y="6708219"/>
                    <a:pt x="7443335" y="6712537"/>
                    <a:pt x="7452225" y="6725872"/>
                  </a:cubicBezTo>
                  <a:cubicBezTo>
                    <a:pt x="7465433" y="6752415"/>
                    <a:pt x="7500739" y="6747970"/>
                    <a:pt x="7518519" y="6770068"/>
                  </a:cubicBezTo>
                  <a:lnTo>
                    <a:pt x="7522964" y="6770068"/>
                  </a:lnTo>
                  <a:cubicBezTo>
                    <a:pt x="7540617" y="6770068"/>
                    <a:pt x="7558270" y="6774513"/>
                    <a:pt x="7580368" y="6774513"/>
                  </a:cubicBezTo>
                  <a:cubicBezTo>
                    <a:pt x="7589258" y="6770068"/>
                    <a:pt x="7602466" y="6761306"/>
                    <a:pt x="7611229" y="6761306"/>
                  </a:cubicBezTo>
                  <a:cubicBezTo>
                    <a:pt x="7650980" y="6774513"/>
                    <a:pt x="7690731" y="6774513"/>
                    <a:pt x="7717274" y="6739207"/>
                  </a:cubicBezTo>
                  <a:cubicBezTo>
                    <a:pt x="7721719" y="6734762"/>
                    <a:pt x="7730482" y="6734762"/>
                    <a:pt x="7739372" y="6734762"/>
                  </a:cubicBezTo>
                  <a:lnTo>
                    <a:pt x="7774678" y="6734762"/>
                  </a:lnTo>
                  <a:cubicBezTo>
                    <a:pt x="7814429" y="6725872"/>
                    <a:pt x="7849735" y="6717109"/>
                    <a:pt x="7889486" y="6712664"/>
                  </a:cubicBezTo>
                  <a:cubicBezTo>
                    <a:pt x="7907139" y="6708219"/>
                    <a:pt x="7929237" y="6717109"/>
                    <a:pt x="7946890" y="6721554"/>
                  </a:cubicBezTo>
                  <a:cubicBezTo>
                    <a:pt x="7964543" y="6725999"/>
                    <a:pt x="7982196" y="6725999"/>
                    <a:pt x="7999849" y="6725999"/>
                  </a:cubicBezTo>
                  <a:cubicBezTo>
                    <a:pt x="8021947" y="6725999"/>
                    <a:pt x="8039600" y="6717109"/>
                    <a:pt x="8061698" y="6717109"/>
                  </a:cubicBezTo>
                  <a:cubicBezTo>
                    <a:pt x="8079351" y="6712664"/>
                    <a:pt x="8101449" y="6712664"/>
                    <a:pt x="8119102" y="6708219"/>
                  </a:cubicBezTo>
                  <a:cubicBezTo>
                    <a:pt x="8158853" y="6699329"/>
                    <a:pt x="8194159" y="6690566"/>
                    <a:pt x="8233910" y="6686121"/>
                  </a:cubicBezTo>
                  <a:cubicBezTo>
                    <a:pt x="8260453" y="6536007"/>
                    <a:pt x="8256008" y="6359350"/>
                    <a:pt x="8256008" y="6178248"/>
                  </a:cubicBezTo>
                  <a:close/>
                </a:path>
              </a:pathLst>
            </a:custGeom>
            <a:blipFill>
              <a:blip r:embed="rId8"/>
              <a:stretch>
                <a:fillRect l="-73" t="-9233" r="-53" b="-916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605380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A9690-254F-461D-1C84-890EB71BC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96272"/>
            <a:ext cx="9950944" cy="764024"/>
          </a:xfrm>
        </p:spPr>
        <p:txBody>
          <a:bodyPr>
            <a:normAutofit/>
          </a:bodyPr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69D81366-F0F2-446C-17BF-4842BB8FE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000" y="2666999"/>
            <a:ext cx="11030334" cy="307165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C5FD11-A1CB-B85E-9FEB-3BE7DB3200B5}"/>
              </a:ext>
            </a:extLst>
          </p:cNvPr>
          <p:cNvSpPr/>
          <p:nvPr/>
        </p:nvSpPr>
        <p:spPr>
          <a:xfrm>
            <a:off x="6491962" y="4288294"/>
            <a:ext cx="2382981" cy="75198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Servo motor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F3B616-88C9-6D6F-2C71-97026628C902}"/>
              </a:ext>
            </a:extLst>
          </p:cNvPr>
          <p:cNvSpPr/>
          <p:nvPr/>
        </p:nvSpPr>
        <p:spPr>
          <a:xfrm>
            <a:off x="6464731" y="2865604"/>
            <a:ext cx="2382980" cy="75198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Capacitive sensor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FCC0EF-EEB7-2664-9D21-08D2AF40806D}"/>
              </a:ext>
            </a:extLst>
          </p:cNvPr>
          <p:cNvSpPr/>
          <p:nvPr/>
        </p:nvSpPr>
        <p:spPr>
          <a:xfrm>
            <a:off x="6491962" y="1570990"/>
            <a:ext cx="2382979" cy="75198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Soil moisture </a:t>
            </a:r>
            <a:r>
              <a:rPr lang="en-IN" dirty="0"/>
              <a:t>sensor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2B31748-2104-DACF-82B6-9205FE37B5CA}"/>
              </a:ext>
            </a:extLst>
          </p:cNvPr>
          <p:cNvSpPr/>
          <p:nvPr/>
        </p:nvSpPr>
        <p:spPr>
          <a:xfrm>
            <a:off x="9921240" y="3107575"/>
            <a:ext cx="2141161" cy="1082633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Separate bins</a:t>
            </a:r>
          </a:p>
          <a:p>
            <a:pPr algn="ctr"/>
            <a:r>
              <a:rPr lang="en-IN"/>
              <a:t>WET/DRY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23C99AF-CA9B-BDDA-12E6-9B7C210FBD80}"/>
              </a:ext>
            </a:extLst>
          </p:cNvPr>
          <p:cNvSpPr/>
          <p:nvPr/>
        </p:nvSpPr>
        <p:spPr>
          <a:xfrm>
            <a:off x="6491960" y="5738333"/>
            <a:ext cx="2382981" cy="75198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/>
              <a:t>ESP-32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DEC4F76-C815-15FB-57A6-FF62BE19A19A}"/>
              </a:ext>
            </a:extLst>
          </p:cNvPr>
          <p:cNvSpPr/>
          <p:nvPr/>
        </p:nvSpPr>
        <p:spPr>
          <a:xfrm>
            <a:off x="4069080" y="3160389"/>
            <a:ext cx="1582165" cy="9144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Ultrasonic</a:t>
            </a:r>
          </a:p>
          <a:p>
            <a:pPr algn="ctr"/>
            <a:r>
              <a:rPr lang="en-IN"/>
              <a:t>sensor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014E2F-DEF5-8558-95DA-72D794E19AEB}"/>
              </a:ext>
            </a:extLst>
          </p:cNvPr>
          <p:cNvSpPr/>
          <p:nvPr/>
        </p:nvSpPr>
        <p:spPr>
          <a:xfrm>
            <a:off x="1267579" y="3165258"/>
            <a:ext cx="1893454" cy="9144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>
                <a:latin typeface="Times New Roman"/>
                <a:cs typeface="Times New Roman"/>
              </a:rPr>
              <a:t>Waste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D3BB7FD-6ABA-871D-5E42-ED19C11953B8}"/>
              </a:ext>
            </a:extLst>
          </p:cNvPr>
          <p:cNvSpPr/>
          <p:nvPr/>
        </p:nvSpPr>
        <p:spPr>
          <a:xfrm>
            <a:off x="3155854" y="3527056"/>
            <a:ext cx="927538" cy="129706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DFE5DBD-4B4D-5864-29DA-898FBC6E8FEC}"/>
              </a:ext>
            </a:extLst>
          </p:cNvPr>
          <p:cNvSpPr/>
          <p:nvPr/>
        </p:nvSpPr>
        <p:spPr>
          <a:xfrm rot="5400000">
            <a:off x="7286026" y="5322087"/>
            <a:ext cx="710678" cy="155982"/>
          </a:xfrm>
          <a:prstGeom prst="righ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3FEA04F-90D7-3AB8-BE9A-1A6C900535F7}"/>
              </a:ext>
            </a:extLst>
          </p:cNvPr>
          <p:cNvSpPr/>
          <p:nvPr/>
        </p:nvSpPr>
        <p:spPr>
          <a:xfrm>
            <a:off x="8880750" y="3336469"/>
            <a:ext cx="1036395" cy="159395"/>
          </a:xfrm>
          <a:prstGeom prst="rightArrow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F660EE-75B5-AEC9-0862-4EA5F6F242EB}"/>
              </a:ext>
            </a:extLst>
          </p:cNvPr>
          <p:cNvCxnSpPr/>
          <p:nvPr/>
        </p:nvCxnSpPr>
        <p:spPr>
          <a:xfrm>
            <a:off x="5649448" y="3526079"/>
            <a:ext cx="231640" cy="12871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23B5C1F-D0FD-B837-4383-FB4DE0A7506F}"/>
              </a:ext>
            </a:extLst>
          </p:cNvPr>
          <p:cNvCxnSpPr/>
          <p:nvPr/>
        </p:nvCxnSpPr>
        <p:spPr>
          <a:xfrm>
            <a:off x="5882434" y="1879398"/>
            <a:ext cx="12871" cy="2882634"/>
          </a:xfrm>
          <a:prstGeom prst="straightConnector1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CB331F-9FED-5CD9-7E61-1697F793BEE6}"/>
              </a:ext>
            </a:extLst>
          </p:cNvPr>
          <p:cNvCxnSpPr/>
          <p:nvPr/>
        </p:nvCxnSpPr>
        <p:spPr>
          <a:xfrm>
            <a:off x="5893957" y="1904597"/>
            <a:ext cx="566231" cy="128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0E2866-3BE7-DBE2-37DE-AF5E32DA32E4}"/>
              </a:ext>
            </a:extLst>
          </p:cNvPr>
          <p:cNvCxnSpPr>
            <a:cxnSpLocks/>
          </p:cNvCxnSpPr>
          <p:nvPr/>
        </p:nvCxnSpPr>
        <p:spPr>
          <a:xfrm>
            <a:off x="5893957" y="3231528"/>
            <a:ext cx="566231" cy="128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3DC245-2355-B80D-5909-96A8908229B0}"/>
              </a:ext>
            </a:extLst>
          </p:cNvPr>
          <p:cNvCxnSpPr>
            <a:cxnSpLocks/>
          </p:cNvCxnSpPr>
          <p:nvPr/>
        </p:nvCxnSpPr>
        <p:spPr>
          <a:xfrm>
            <a:off x="5920233" y="4755528"/>
            <a:ext cx="566231" cy="128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261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F292-2B35-FF66-F72E-01E044FAA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1494" y="2244436"/>
            <a:ext cx="2743200" cy="2595419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latin typeface="Times New Roman"/>
                <a:cs typeface="Times New Roman"/>
              </a:rPr>
              <a:t>Working    Principle</a:t>
            </a:r>
            <a:br>
              <a:rPr lang="en-US" sz="3200" b="1" dirty="0">
                <a:latin typeface="Times New Roman"/>
                <a:cs typeface="Times New Roman"/>
              </a:rPr>
            </a:br>
            <a:r>
              <a:rPr lang="en-US" sz="3200" b="1" dirty="0">
                <a:latin typeface="Times New Roman"/>
                <a:cs typeface="Times New Roman"/>
              </a:rPr>
              <a:t>(Step-by-Step)</a:t>
            </a:r>
            <a:endParaRPr lang="en-IN" sz="3200" dirty="0">
              <a:latin typeface="Times New Roman"/>
              <a:cs typeface="Times New Roman"/>
            </a:endParaRP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159F4F7D-B362-A036-1E8F-8B454BFAD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234" y="857866"/>
            <a:ext cx="7344563" cy="55478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just"/>
            <a:r>
              <a:rPr lang="en-US" sz="2800" b="1" dirty="0">
                <a:latin typeface="Times New Roman"/>
                <a:cs typeface="Times New Roman"/>
              </a:rPr>
              <a:t>Step  1:</a:t>
            </a:r>
            <a:r>
              <a:rPr lang="en-US" sz="2800" dirty="0">
                <a:latin typeface="Times New Roman"/>
                <a:cs typeface="Times New Roman"/>
              </a:rPr>
              <a:t> Waste is placed in the bin and detected by the ultrasonic sensor.</a:t>
            </a:r>
            <a:endParaRPr lang="en-US" dirty="0"/>
          </a:p>
          <a:p>
            <a:pPr algn="just"/>
            <a:r>
              <a:rPr lang="en-US" sz="2800" b="1" dirty="0">
                <a:latin typeface="Times New Roman"/>
                <a:cs typeface="Times New Roman"/>
              </a:rPr>
              <a:t>Step 2:</a:t>
            </a:r>
            <a:r>
              <a:rPr lang="en-US" sz="2800" dirty="0">
                <a:latin typeface="Times New Roman"/>
                <a:cs typeface="Times New Roman"/>
              </a:rPr>
              <a:t> Detection triggers the ESP-32</a:t>
            </a:r>
            <a:r>
              <a:rPr lang="en-US" sz="2800" b="1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to activate the system.</a:t>
            </a:r>
          </a:p>
          <a:p>
            <a:pPr algn="just"/>
            <a:r>
              <a:rPr lang="en-US" sz="2800" b="1" dirty="0">
                <a:latin typeface="Times New Roman"/>
                <a:cs typeface="Times New Roman"/>
              </a:rPr>
              <a:t>Step  3:</a:t>
            </a:r>
            <a:r>
              <a:rPr lang="en-US" sz="2800" dirty="0">
                <a:latin typeface="Times New Roman"/>
                <a:cs typeface="Times New Roman"/>
              </a:rPr>
              <a:t> The moisture sensor checks whether the waste is wet or dry.</a:t>
            </a:r>
          </a:p>
          <a:p>
            <a:pPr algn="just"/>
            <a:r>
              <a:rPr lang="en-US" sz="2800" b="1" dirty="0">
                <a:latin typeface="Times New Roman"/>
                <a:cs typeface="Times New Roman"/>
              </a:rPr>
              <a:t>Step4:</a:t>
            </a:r>
            <a:r>
              <a:rPr lang="en-US" sz="2800" dirty="0">
                <a:latin typeface="Times New Roman"/>
                <a:cs typeface="Times New Roman"/>
              </a:rPr>
              <a:t> ESP-32 decides the correct compartment based on sensor data.</a:t>
            </a:r>
          </a:p>
          <a:p>
            <a:pPr algn="just"/>
            <a:r>
              <a:rPr lang="en-US" sz="2800" b="1" dirty="0">
                <a:latin typeface="Times New Roman"/>
                <a:cs typeface="Times New Roman"/>
              </a:rPr>
              <a:t>Step 5:</a:t>
            </a:r>
            <a:r>
              <a:rPr lang="en-US" sz="2800" dirty="0">
                <a:latin typeface="Times New Roman"/>
                <a:cs typeface="Times New Roman"/>
              </a:rPr>
              <a:t> The servo motor rotates the flap/lid to guide waste into the appropriate section.</a:t>
            </a:r>
          </a:p>
          <a:p>
            <a:pPr algn="just"/>
            <a:r>
              <a:rPr lang="en-US" sz="2800" b="1" dirty="0">
                <a:latin typeface="Times New Roman"/>
                <a:cs typeface="Times New Roman"/>
              </a:rPr>
              <a:t>Step 6: </a:t>
            </a:r>
            <a:r>
              <a:rPr lang="en-US" sz="2800" dirty="0">
                <a:latin typeface="Times New Roman"/>
                <a:cs typeface="Times New Roman"/>
              </a:rPr>
              <a:t>System resets, ready for the next waste input.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557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DC548-0A5F-78B5-C706-24394C46D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4078" y="513736"/>
            <a:ext cx="7444212" cy="73796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Module 1: Waste Detection Module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8E62C-C636-E6B6-A46E-6F8DF6C43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2641" y="1717094"/>
            <a:ext cx="8433446" cy="459029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en-US" sz="2200" b="1"/>
          </a:p>
          <a:p>
            <a:pPr algn="just"/>
            <a:r>
              <a:rPr lang="en-US" sz="2800">
                <a:latin typeface="Times New Roman"/>
                <a:cs typeface="Times New Roman"/>
              </a:rPr>
              <a:t>Uses sensors (moisture/IR/ultrasonic) to identify dry and wet waste.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Detects the type of waste as soon as it is placed near the dustbin.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Sends the sensor readings to the microcontroller for processing.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Ensures quick and accurate identification of waste category.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Reduces human error in separating waste manually.</a:t>
            </a:r>
          </a:p>
          <a:p>
            <a:pPr algn="just"/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6F3981-D68D-6362-BFF2-87671AD506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8" r="10792"/>
          <a:stretch>
            <a:fillRect/>
          </a:stretch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67297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C225B-AB34-7CE6-F985-74EAA0E80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518" y="403124"/>
            <a:ext cx="7444212" cy="105751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latin typeface="Times New Roman"/>
                <a:cs typeface="Times New Roman"/>
              </a:rPr>
              <a:t>Module 2: Control &amp; Processing     Module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92347-FAC4-FEA9-AA68-7A0F68943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2802" y="1483578"/>
            <a:ext cx="7646866" cy="497129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en-US" sz="2200" b="1"/>
          </a:p>
          <a:p>
            <a:pPr algn="just"/>
            <a:r>
              <a:rPr lang="en-US" sz="2800">
                <a:latin typeface="Times New Roman"/>
                <a:cs typeface="Times New Roman"/>
              </a:rPr>
              <a:t>Arduino/microcontroller receives the signals from all sensors.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Processes the data to decide if the waste is dry or wet.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Controls the movement of the servo motor based on detection.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Ensures smooth coordination between sensors and mechanical parts.</a:t>
            </a:r>
          </a:p>
          <a:p>
            <a:pPr algn="just"/>
            <a:r>
              <a:rPr lang="en-US" sz="2800">
                <a:latin typeface="Times New Roman"/>
                <a:cs typeface="Times New Roman"/>
              </a:rPr>
              <a:t>Maintains accuracy and reliability of the whole system.</a:t>
            </a:r>
          </a:p>
          <a:p>
            <a:pPr algn="just"/>
            <a:endParaRPr lang="en-IN" sz="2200"/>
          </a:p>
        </p:txBody>
      </p:sp>
      <p:pic>
        <p:nvPicPr>
          <p:cNvPr id="24" name="Picture 23" descr="Electronics protoboard">
            <a:extLst>
              <a:ext uri="{FF2B5EF4-FFF2-40B4-BE49-F238E27FC236}">
                <a16:creationId xmlns:a16="http://schemas.microsoft.com/office/drawing/2014/main" id="{9C83A695-6429-E8B9-1DCE-1014FBD544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59" r="53572" b="-1"/>
          <a:stretch>
            <a:fillRect/>
          </a:stretch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144693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8008D-75BA-BF6D-F903-99B8F4DD3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399" y="243349"/>
            <a:ext cx="7345891" cy="1143546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/>
                <a:cs typeface="Times New Roman"/>
              </a:rPr>
              <a:t>Module 3: Segregation &amp; Storage Module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8931F-6483-58B8-4D6A-6554148D0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478" y="2651157"/>
            <a:ext cx="7548545" cy="352104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/>
          </a:p>
          <a:p>
            <a:pPr algn="just">
              <a:lnSpc>
                <a:spcPct val="90000"/>
              </a:lnSpc>
            </a:pPr>
            <a:r>
              <a:rPr lang="en-US" sz="2800">
                <a:latin typeface="Times New Roman"/>
                <a:cs typeface="Times New Roman"/>
              </a:rPr>
              <a:t>Servo motor directs the waste to the correct bin section.</a:t>
            </a:r>
          </a:p>
          <a:p>
            <a:pPr algn="just">
              <a:lnSpc>
                <a:spcPct val="90000"/>
              </a:lnSpc>
            </a:pPr>
            <a:r>
              <a:rPr lang="en-US" sz="2800">
                <a:latin typeface="Times New Roman"/>
                <a:cs typeface="Times New Roman"/>
              </a:rPr>
              <a:t>Separate compartments are provided for dry and wet waste.</a:t>
            </a:r>
          </a:p>
          <a:p>
            <a:pPr algn="just">
              <a:lnSpc>
                <a:spcPct val="90000"/>
              </a:lnSpc>
            </a:pPr>
            <a:r>
              <a:rPr lang="en-US" sz="2800">
                <a:latin typeface="Times New Roman"/>
                <a:cs typeface="Times New Roman"/>
              </a:rPr>
              <a:t>Ensures proper disposal without mixing the waste.</a:t>
            </a:r>
          </a:p>
          <a:p>
            <a:pPr algn="just">
              <a:lnSpc>
                <a:spcPct val="90000"/>
              </a:lnSpc>
            </a:pPr>
            <a:r>
              <a:rPr lang="en-US" sz="2800">
                <a:latin typeface="Times New Roman"/>
                <a:cs typeface="Times New Roman"/>
              </a:rPr>
              <a:t>Helps in faster recycling and easy waste management.</a:t>
            </a:r>
          </a:p>
          <a:p>
            <a:pPr algn="just">
              <a:lnSpc>
                <a:spcPct val="90000"/>
              </a:lnSpc>
            </a:pPr>
            <a:r>
              <a:rPr lang="en-US" sz="2800">
                <a:latin typeface="Times New Roman"/>
                <a:cs typeface="Times New Roman"/>
              </a:rPr>
              <a:t>Keeps the environment clean and reduces manual </a:t>
            </a:r>
            <a:r>
              <a:rPr lang="en-US" sz="2800" err="1">
                <a:latin typeface="Times New Roman"/>
                <a:cs typeface="Times New Roman"/>
              </a:rPr>
              <a:t>labour</a:t>
            </a:r>
            <a:r>
              <a:rPr lang="en-US" sz="2800">
                <a:latin typeface="Times New Roman"/>
                <a:cs typeface="Times New Roman"/>
              </a:rPr>
              <a:t>.</a:t>
            </a:r>
          </a:p>
          <a:p>
            <a:pPr algn="just">
              <a:lnSpc>
                <a:spcPct val="90000"/>
              </a:lnSpc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IN"/>
          </a:p>
        </p:txBody>
      </p:sp>
      <p:pic>
        <p:nvPicPr>
          <p:cNvPr id="24" name="Picture 23" descr="Throwing empty plastic bottle into the trash">
            <a:extLst>
              <a:ext uri="{FF2B5EF4-FFF2-40B4-BE49-F238E27FC236}">
                <a16:creationId xmlns:a16="http://schemas.microsoft.com/office/drawing/2014/main" id="{B7572766-284C-E285-0F0B-7241AB504A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535" r="37796" b="-1"/>
          <a:stretch>
            <a:fillRect/>
          </a:stretch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99813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C4CE5-B425-A52A-C348-B8082942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84208"/>
          </a:xfrm>
        </p:spPr>
        <p:txBody>
          <a:bodyPr>
            <a:norm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pic>
        <p:nvPicPr>
          <p:cNvPr id="3" name="Content Placeholder 2" descr="A person holding a box with wires and wires&#10;&#10;AI-generated content may be incorrect.">
            <a:extLst>
              <a:ext uri="{FF2B5EF4-FFF2-40B4-BE49-F238E27FC236}">
                <a16:creationId xmlns:a16="http://schemas.microsoft.com/office/drawing/2014/main" id="{5E9C2E68-BF48-573C-E253-58AAEF2207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70192" y="1785667"/>
            <a:ext cx="4770120" cy="4468484"/>
          </a:xfrm>
          <a:prstGeom prst="rect">
            <a:avLst/>
          </a:prstGeom>
        </p:spPr>
      </p:pic>
      <p:pic>
        <p:nvPicPr>
          <p:cNvPr id="5" name="Picture 4" descr="A diagram of a hardware design&#10;&#10;AI-generated content may be incorrect.">
            <a:extLst>
              <a:ext uri="{FF2B5EF4-FFF2-40B4-BE49-F238E27FC236}">
                <a16:creationId xmlns:a16="http://schemas.microsoft.com/office/drawing/2014/main" id="{777B3B56-6924-34BE-26E7-347AC9AC8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1804139"/>
            <a:ext cx="5166360" cy="454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975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2F24C-B431-D023-2071-19261F8E0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Autofit/>
          </a:bodyPr>
          <a:lstStyle/>
          <a:p>
            <a:pPr algn="ctr"/>
            <a:r>
              <a:rPr lang="en-IN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IN" sz="4800" b="1"/>
              <a:t> and </a:t>
            </a:r>
            <a:r>
              <a:rPr lang="en-IN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br>
              <a:rPr lang="en-IN" sz="4800" b="1"/>
            </a:br>
            <a:endParaRPr lang="en-IN" sz="480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ADF145C-B388-B879-4C6D-488D4F5D034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01019897"/>
              </p:ext>
            </p:extLst>
          </p:nvPr>
        </p:nvGraphicFramePr>
        <p:xfrm>
          <a:off x="1749521" y="1656687"/>
          <a:ext cx="4242233" cy="4764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7DC6E-48CA-D4C9-ED2A-2078A6353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0039" y="1755648"/>
            <a:ext cx="4242233" cy="4663439"/>
          </a:xfrm>
        </p:spPr>
        <p:txBody>
          <a:bodyPr>
            <a:normAutofit/>
          </a:bodyPr>
          <a:lstStyle/>
          <a:p>
            <a:endParaRPr lang="en-US" b="1" dirty="0"/>
          </a:p>
          <a:p>
            <a:pPr algn="just"/>
            <a:r>
              <a:rPr lang="en-US" sz="3200" dirty="0">
                <a:latin typeface="Times New Roman"/>
                <a:cs typeface="Times New Roman"/>
              </a:rPr>
              <a:t>Needs electricity to run</a:t>
            </a:r>
          </a:p>
          <a:p>
            <a:pPr algn="just"/>
            <a:r>
              <a:rPr lang="en-US" sz="3200" dirty="0">
                <a:latin typeface="Times New Roman"/>
                <a:cs typeface="Times New Roman"/>
              </a:rPr>
              <a:t>Costs more than a normal dustbin</a:t>
            </a:r>
          </a:p>
          <a:p>
            <a:pPr algn="just"/>
            <a:r>
              <a:rPr lang="en-US" sz="3200" dirty="0">
                <a:latin typeface="Times New Roman"/>
                <a:cs typeface="Times New Roman"/>
              </a:rPr>
              <a:t>Can wet and dry waste only separate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8390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94325-94BE-6819-650B-F6CB8771D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000" y="-2442"/>
            <a:ext cx="9927682" cy="142794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Applications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352A741-F5A6-E691-C1BC-D326440E72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4781364"/>
              </p:ext>
            </p:extLst>
          </p:nvPr>
        </p:nvGraphicFramePr>
        <p:xfrm>
          <a:off x="2556240" y="1417714"/>
          <a:ext cx="8612423" cy="4586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5152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E1812-7A40-CEF1-C980-ACDB39BAB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12224"/>
            <a:ext cx="5422850" cy="1485121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Conclusion</a:t>
            </a:r>
            <a:br>
              <a:rPr lang="en-US" b="1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4C244-3624-8809-B4C4-E9B9CECF1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304159"/>
            <a:ext cx="5053448" cy="496999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90000"/>
              </a:lnSpc>
              <a:buClr>
                <a:srgbClr val="1287C3"/>
              </a:buClr>
              <a:buNone/>
            </a:pPr>
            <a:endParaRPr lang="en-US" sz="1200">
              <a:latin typeface="Times New Roman"/>
              <a:ea typeface="+mn-lt"/>
              <a:cs typeface="+mn-lt"/>
            </a:endParaRPr>
          </a:p>
          <a:p>
            <a:pPr>
              <a:lnSpc>
                <a:spcPct val="90000"/>
              </a:lnSpc>
              <a:buClr>
                <a:srgbClr val="1287C3"/>
              </a:buClr>
            </a:pPr>
            <a:endParaRPr lang="en-US" sz="1200">
              <a:latin typeface="Times New Roman"/>
              <a:ea typeface="+mn-lt"/>
              <a:cs typeface="+mn-lt"/>
            </a:endParaRPr>
          </a:p>
          <a:p>
            <a:pPr algn="just">
              <a:lnSpc>
                <a:spcPct val="90000"/>
              </a:lnSpc>
              <a:buClr>
                <a:srgbClr val="1287C3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The smart bin easily separates wet and dry waste automatically.</a:t>
            </a:r>
            <a:endParaRPr lang="en-US">
              <a:latin typeface="Times New Roman"/>
              <a:cs typeface="Times New Roman"/>
            </a:endParaRPr>
          </a:p>
          <a:p>
            <a:pPr algn="just">
              <a:lnSpc>
                <a:spcPct val="90000"/>
              </a:lnSpc>
              <a:buClr>
                <a:srgbClr val="1287C3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Touch-free operation keeps the process clean and hygienic.</a:t>
            </a:r>
            <a:endParaRPr lang="en-US">
              <a:latin typeface="Times New Roman"/>
              <a:cs typeface="Times New Roman"/>
            </a:endParaRPr>
          </a:p>
          <a:p>
            <a:pPr algn="just">
              <a:lnSpc>
                <a:spcPct val="90000"/>
              </a:lnSpc>
              <a:buClr>
                <a:srgbClr val="1287C3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Sensors and a servo motor guide the waste to the correct side.</a:t>
            </a:r>
            <a:endParaRPr lang="en-US">
              <a:latin typeface="Times New Roman"/>
              <a:cs typeface="Times New Roman"/>
            </a:endParaRPr>
          </a:p>
          <a:p>
            <a:pPr algn="just">
              <a:lnSpc>
                <a:spcPct val="90000"/>
              </a:lnSpc>
              <a:buClr>
                <a:srgbClr val="1287C3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The system supports recycling and reduces pollution.</a:t>
            </a:r>
            <a:endParaRPr lang="en-US">
              <a:latin typeface="Times New Roman"/>
              <a:cs typeface="Times New Roman"/>
            </a:endParaRPr>
          </a:p>
          <a:p>
            <a:pPr algn="just">
              <a:lnSpc>
                <a:spcPct val="90000"/>
              </a:lnSpc>
              <a:buClr>
                <a:srgbClr val="1287C3"/>
              </a:buClr>
            </a:pPr>
            <a:r>
              <a:rPr lang="en-US">
                <a:latin typeface="Times New Roman"/>
                <a:ea typeface="+mn-lt"/>
                <a:cs typeface="+mn-lt"/>
              </a:rPr>
              <a:t>It is simple to use and useful in homes, schools, and public places.</a:t>
            </a:r>
            <a:endParaRPr lang="en-US">
              <a:latin typeface="Times New Roman"/>
              <a:cs typeface="Times New Roman"/>
            </a:endParaRPr>
          </a:p>
          <a:p>
            <a:pPr marL="0" indent="0" algn="just">
              <a:lnSpc>
                <a:spcPct val="90000"/>
              </a:lnSpc>
              <a:buNone/>
            </a:pPr>
            <a:endParaRPr lang="en-US" b="1"/>
          </a:p>
          <a:p>
            <a:pPr marL="0" indent="0" algn="just">
              <a:lnSpc>
                <a:spcPct val="90000"/>
              </a:lnSpc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banana next to a box&#10;&#10;AI-generated content may be incorrect.">
            <a:extLst>
              <a:ext uri="{FF2B5EF4-FFF2-40B4-BE49-F238E27FC236}">
                <a16:creationId xmlns:a16="http://schemas.microsoft.com/office/drawing/2014/main" id="{B1A7C5F4-97DD-8A9B-DE4D-7F62296E2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089" y="1715796"/>
            <a:ext cx="4244765" cy="316477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823071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F992D-29D6-C316-5AC3-DFC22E261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09" y="764372"/>
            <a:ext cx="3173688" cy="5216013"/>
          </a:xfrm>
        </p:spPr>
        <p:txBody>
          <a:bodyPr>
            <a:normAutofit/>
          </a:bodyPr>
          <a:lstStyle/>
          <a:p>
            <a:pPr algn="l"/>
            <a:r>
              <a:rPr lang="en-IN" sz="3400" b="1">
                <a:latin typeface="Times New Roman"/>
                <a:cs typeface="Times New Roman"/>
              </a:rPr>
              <a:t>REFERENCES</a:t>
            </a:r>
            <a:r>
              <a:rPr lang="en-IN" sz="3400"/>
              <a:t> </a:t>
            </a:r>
            <a:endParaRPr lang="en-IN" sz="3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BDDEF-6D39-0F54-D561-033E98FA9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9526" y="395663"/>
            <a:ext cx="7197212" cy="621152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IN" sz="2000" b="1">
                <a:latin typeface="Times New Roman"/>
                <a:cs typeface="Times New Roman"/>
              </a:rPr>
              <a:t>IEEE Conference Paper Reference: </a:t>
            </a:r>
            <a:r>
              <a:rPr lang="en-IN" sz="2000">
                <a:latin typeface="Times New Roman"/>
                <a:cs typeface="Times New Roman"/>
              </a:rPr>
              <a:t>R. Singh, A. Sharma, “IoT-Based Smart Waste Segregation System Using Sensors,” </a:t>
            </a:r>
            <a:r>
              <a:rPr lang="en-IN" sz="2000" i="1">
                <a:latin typeface="Times New Roman"/>
                <a:cs typeface="Times New Roman"/>
              </a:rPr>
              <a:t>IEEE International Conference on Smart Environments</a:t>
            </a:r>
            <a:r>
              <a:rPr lang="en-IN" sz="2000">
                <a:latin typeface="Times New Roman"/>
                <a:cs typeface="Times New Roman"/>
              </a:rPr>
              <a:t>, 2023.</a:t>
            </a:r>
            <a:endParaRPr lang="en-IN" sz="2000"/>
          </a:p>
          <a:p>
            <a:pPr algn="just">
              <a:lnSpc>
                <a:spcPct val="90000"/>
              </a:lnSpc>
            </a:pPr>
            <a:r>
              <a:rPr lang="en-IN" sz="2000" b="1">
                <a:latin typeface="Times New Roman"/>
                <a:cs typeface="Times New Roman"/>
              </a:rPr>
              <a:t>Research Journal Paper Reference: </a:t>
            </a:r>
            <a:r>
              <a:rPr lang="en-IN" sz="2000">
                <a:latin typeface="Times New Roman"/>
                <a:cs typeface="Times New Roman"/>
              </a:rPr>
              <a:t>S. Kumar, P. Verma, M. Jain, “Automatic Waste Sorting System for Smart Waste Management,” </a:t>
            </a:r>
            <a:r>
              <a:rPr lang="en-IN" sz="2000" i="1">
                <a:latin typeface="Times New Roman"/>
                <a:cs typeface="Times New Roman"/>
              </a:rPr>
              <a:t>International Journal of Scientific Research in Engineering and Management</a:t>
            </a:r>
            <a:r>
              <a:rPr lang="en-IN" sz="2000">
                <a:latin typeface="Times New Roman"/>
                <a:cs typeface="Times New Roman"/>
              </a:rPr>
              <a:t>, 2024.</a:t>
            </a:r>
          </a:p>
          <a:p>
            <a:pPr algn="just">
              <a:lnSpc>
                <a:spcPct val="90000"/>
              </a:lnSpc>
            </a:pPr>
            <a:r>
              <a:rPr lang="en-IN" sz="2000" b="1">
                <a:latin typeface="Times New Roman"/>
                <a:cs typeface="Times New Roman"/>
              </a:rPr>
              <a:t>Academic Book Reference: </a:t>
            </a:r>
            <a:r>
              <a:rPr lang="en-IN" sz="2000">
                <a:latin typeface="Times New Roman"/>
                <a:cs typeface="Times New Roman"/>
              </a:rPr>
              <a:t>A. Gupta, </a:t>
            </a:r>
            <a:r>
              <a:rPr lang="en-IN" sz="2000" i="1">
                <a:latin typeface="Times New Roman"/>
                <a:cs typeface="Times New Roman"/>
              </a:rPr>
              <a:t>Introduction to Microcontroller-Based Automation</a:t>
            </a:r>
            <a:r>
              <a:rPr lang="en-IN" sz="2000">
                <a:latin typeface="Times New Roman"/>
                <a:cs typeface="Times New Roman"/>
              </a:rPr>
              <a:t>, Tech Books Publishing, 2022.</a:t>
            </a:r>
          </a:p>
          <a:p>
            <a:pPr algn="just">
              <a:lnSpc>
                <a:spcPct val="90000"/>
              </a:lnSpc>
            </a:pPr>
            <a:r>
              <a:rPr lang="en-IN" sz="2000" b="1">
                <a:latin typeface="Times New Roman"/>
                <a:cs typeface="Times New Roman"/>
              </a:rPr>
              <a:t>Hardware Datasheet Reference: </a:t>
            </a:r>
            <a:r>
              <a:rPr lang="en-IN" sz="2000">
                <a:latin typeface="Times New Roman"/>
                <a:cs typeface="Times New Roman"/>
              </a:rPr>
              <a:t>Arduino Documentation, </a:t>
            </a:r>
            <a:r>
              <a:rPr lang="en-IN" sz="2000" i="1">
                <a:latin typeface="Times New Roman"/>
                <a:cs typeface="Times New Roman"/>
              </a:rPr>
              <a:t>Arduino UNO R3 Microcontroller Board Technical Guide</a:t>
            </a:r>
            <a:r>
              <a:rPr lang="en-IN" sz="2000">
                <a:latin typeface="Times New Roman"/>
                <a:cs typeface="Times New Roman"/>
              </a:rPr>
              <a:t>, 2024.</a:t>
            </a:r>
          </a:p>
          <a:p>
            <a:pPr algn="just">
              <a:lnSpc>
                <a:spcPct val="90000"/>
              </a:lnSpc>
            </a:pPr>
            <a:r>
              <a:rPr lang="en-IN" sz="2000" b="1">
                <a:latin typeface="Times New Roman"/>
                <a:cs typeface="Times New Roman"/>
              </a:rPr>
              <a:t>Government / Waste Management Guidelines: </a:t>
            </a:r>
            <a:r>
              <a:rPr lang="en-IN" sz="2000">
                <a:latin typeface="Times New Roman"/>
                <a:cs typeface="Times New Roman"/>
              </a:rPr>
              <a:t>Government of India, </a:t>
            </a:r>
            <a:r>
              <a:rPr lang="en-IN" sz="2000" i="1">
                <a:latin typeface="Times New Roman"/>
                <a:cs typeface="Times New Roman"/>
              </a:rPr>
              <a:t>Solid Waste Management Guidelines for Smart Cities</a:t>
            </a:r>
            <a:r>
              <a:rPr lang="en-IN" sz="2000">
                <a:latin typeface="Times New Roman"/>
                <a:cs typeface="Times New Roman"/>
              </a:rPr>
              <a:t>, Ministry of Housing and Urban Affairs, 2023.</a:t>
            </a:r>
          </a:p>
          <a:p>
            <a:pPr algn="just">
              <a:lnSpc>
                <a:spcPct val="90000"/>
              </a:lnSpc>
            </a:pP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891830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75B932-B41A-9BC6-B601-8BC413E5F732}"/>
              </a:ext>
            </a:extLst>
          </p:cNvPr>
          <p:cNvSpPr txBox="1"/>
          <p:nvPr/>
        </p:nvSpPr>
        <p:spPr>
          <a:xfrm>
            <a:off x="1524000" y="643468"/>
            <a:ext cx="9144000" cy="361889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7200" b="1">
                <a:ln w="3175" cmpd="sng">
                  <a:noFill/>
                </a:ln>
                <a:latin typeface="+mj-lt"/>
                <a:ea typeface="+mj-ea"/>
                <a:cs typeface="+mj-cs"/>
              </a:rPr>
              <a:t>THANK YOU !!</a:t>
            </a:r>
            <a:endParaRPr lang="en-US" sz="7200">
              <a:ln w="3175" cmpd="sng">
                <a:noFill/>
              </a:ln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4893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28</TotalTime>
  <Words>922</Words>
  <Application>Microsoft Office PowerPoint</Application>
  <PresentationFormat>Widescreen</PresentationFormat>
  <Paragraphs>114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Corbel</vt:lpstr>
      <vt:lpstr>Times New Roman</vt:lpstr>
      <vt:lpstr>Parallax</vt:lpstr>
      <vt:lpstr>ECA4752 Principles Of Digital System Design For Memory</vt:lpstr>
      <vt:lpstr>INTRODUCTION</vt:lpstr>
      <vt:lpstr>OBJECTIVE </vt:lpstr>
      <vt:lpstr>LITERATURE SURVERY</vt:lpstr>
      <vt:lpstr>PROBLEM STATEMENT</vt:lpstr>
      <vt:lpstr>Components Required </vt:lpstr>
      <vt:lpstr>BLOCK DIAGRAM</vt:lpstr>
      <vt:lpstr>Working    Principle (Step-by-Step)</vt:lpstr>
      <vt:lpstr>Module 1: Waste Detection Module </vt:lpstr>
      <vt:lpstr>Module 2: Control &amp; Processing     Module </vt:lpstr>
      <vt:lpstr> Module 3: Segregation &amp; Storage Module </vt:lpstr>
      <vt:lpstr>SYSTEM DESIGN</vt:lpstr>
      <vt:lpstr>Advantages and Disadvantages </vt:lpstr>
      <vt:lpstr>Applications </vt:lpstr>
      <vt:lpstr>Conclusion 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918778827412</dc:creator>
  <cp:lastModifiedBy>Kaviya G</cp:lastModifiedBy>
  <cp:revision>2</cp:revision>
  <dcterms:created xsi:type="dcterms:W3CDTF">2025-12-08T08:14:13Z</dcterms:created>
  <dcterms:modified xsi:type="dcterms:W3CDTF">2025-12-21T07:47:01Z</dcterms:modified>
</cp:coreProperties>
</file>